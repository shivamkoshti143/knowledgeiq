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4" r:id="rId3"/>
    <p:sldMasterId id="2147483680" r:id="rId4"/>
    <p:sldMasterId id="2147483696" r:id="rId5"/>
    <p:sldMasterId id="2147483712" r:id="rId6"/>
  </p:sldMasterIdLst>
  <p:notesMasterIdLst>
    <p:notesMasterId r:id="rId8"/>
  </p:notesMasterIdLst>
  <p:handoutMasterIdLst>
    <p:handoutMasterId r:id="rId33"/>
  </p:handoutMasterIdLst>
  <p:sldIdLst>
    <p:sldId id="256" r:id="rId7"/>
    <p:sldId id="264" r:id="rId9"/>
    <p:sldId id="504" r:id="rId10"/>
    <p:sldId id="263" r:id="rId11"/>
    <p:sldId id="506" r:id="rId12"/>
    <p:sldId id="507" r:id="rId13"/>
    <p:sldId id="508" r:id="rId14"/>
    <p:sldId id="528" r:id="rId15"/>
    <p:sldId id="509" r:id="rId16"/>
    <p:sldId id="510" r:id="rId17"/>
    <p:sldId id="512" r:id="rId18"/>
    <p:sldId id="516" r:id="rId19"/>
    <p:sldId id="517" r:id="rId20"/>
    <p:sldId id="518" r:id="rId21"/>
    <p:sldId id="513" r:id="rId22"/>
    <p:sldId id="514" r:id="rId23"/>
    <p:sldId id="519" r:id="rId24"/>
    <p:sldId id="515" r:id="rId25"/>
    <p:sldId id="520" r:id="rId26"/>
    <p:sldId id="521" r:id="rId27"/>
    <p:sldId id="525" r:id="rId28"/>
    <p:sldId id="526" r:id="rId29"/>
    <p:sldId id="523" r:id="rId30"/>
    <p:sldId id="527" r:id="rId31"/>
    <p:sldId id="280" r:id="rId32"/>
  </p:sldIdLst>
  <p:sldSz cx="9144000" cy="5143500"/>
  <p:notesSz cx="6797675" cy="9926955"/>
  <p:defaultTextStyle>
    <a:defPPr>
      <a:defRPr lang="de-DE"/>
    </a:defPPr>
    <a:lvl1pPr marL="0" lvl="0" indent="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42900" lvl="1" indent="1143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85800" lvl="2" indent="2286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028700" lvl="3" indent="3429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371600" lvl="4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lvl="5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lvl="6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lvl="7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lvl="8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wapnil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E5BAC"/>
    <a:srgbClr val="595959"/>
    <a:srgbClr val="FFFFFF"/>
    <a:srgbClr val="404040"/>
    <a:srgbClr val="DADADA"/>
    <a:srgbClr val="EA008E"/>
    <a:srgbClr val="FF69B1"/>
    <a:srgbClr val="ED0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021"/>
    <p:restoredTop sz="95196"/>
  </p:normalViewPr>
  <p:slideViewPr>
    <p:cSldViewPr snapToGrid="0" showGuides="1">
      <p:cViewPr varScale="1">
        <p:scale>
          <a:sx n="109" d="100"/>
          <a:sy n="109" d="100"/>
        </p:scale>
        <p:origin x="874" y="82"/>
      </p:cViewPr>
      <p:guideLst>
        <p:guide orient="horz" pos="2194"/>
        <p:guide orient="horz" pos="342"/>
        <p:guide orient="horz" pos="4042"/>
        <p:guide orient="horz" pos="599"/>
        <p:guide orient="horz" pos="855"/>
        <p:guide orient="horz" pos="1582"/>
        <p:guide orient="horz" pos="274"/>
        <p:guide orient="horz" pos="3000"/>
        <p:guide pos="3810"/>
        <p:guide pos="126"/>
        <p:guide pos="7446"/>
        <p:guide pos="2867"/>
        <p:guide pos="56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endParaRPr lang="en-US" altLang="zh-CN" sz="1000" strike="noStrike" noProof="1" dirty="0">
              <a:ea typeface="SimSun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>
                <a:alpha val="100000"/>
              </a:srgbClr>
            </a:gs>
            <a:gs pos="50000">
              <a:srgbClr val="FBFBFB">
                <a:alpha val="100000"/>
              </a:srgbClr>
            </a:gs>
            <a:gs pos="100000">
              <a:srgbClr val="D0D0D0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lvl="0" eaLnBrk="1" fontAlgn="base" hangingPunct="1">
              <a:buNone/>
            </a:pPr>
            <a:fld id="{BB962C8B-B14F-4D97-AF65-F5344CB8AC3E}" type="datetime1">
              <a:rPr lang="en-US" altLang="zh-CN" sz="1000" strike="noStrike" noProof="1" dirty="0">
                <a:latin typeface="Verdana" panose="020B0604030504040204" pitchFamily="34" charset="0"/>
                <a:ea typeface="SimSun" panose="02010600030101010101" pitchFamily="2" charset="-122"/>
                <a:cs typeface="+mn-cs"/>
              </a:rPr>
            </a:fld>
            <a:endParaRPr lang="en-US" altLang="zh-CN" sz="1000" strike="noStrike" noProof="1" dirty="0">
              <a:ea typeface="SimSun" panose="02010600030101010101" pitchFamily="2" charset="-122"/>
            </a:endParaRPr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content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© itelligence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000" noProof="1" dirty="0">
                <a:cs typeface="Verdana" panose="020B0604030504040204" pitchFamily="34" charset="0"/>
              </a:defRPr>
            </a:lvl1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1007AD2-A416-44F8-9345-0EA3D6AE182D}" type="slidenum">
              <a:rPr kumimoji="0" lang="en-US" altLang="x-none" sz="1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Verdana" panose="020B0604030504040204" pitchFamily="34" charset="0"/>
              </a:rPr>
            </a:fld>
            <a:endParaRPr kumimoji="0" lang="en-US" altLang="x-non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5538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US" altLang="en-US" dirty="0"/>
          </a:p>
        </p:txBody>
      </p:sp>
      <p:sp>
        <p:nvSpPr>
          <p:cNvPr id="65539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5540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2946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US" altLang="en-US" dirty="0"/>
          </a:p>
        </p:txBody>
      </p:sp>
      <p:sp>
        <p:nvSpPr>
          <p:cNvPr id="82947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2948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2946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US" altLang="en-US" dirty="0"/>
          </a:p>
        </p:txBody>
      </p:sp>
      <p:sp>
        <p:nvSpPr>
          <p:cNvPr id="82947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2948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7042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IN" altLang="en-US" dirty="0"/>
          </a:p>
        </p:txBody>
      </p:sp>
      <p:sp>
        <p:nvSpPr>
          <p:cNvPr id="87043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044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6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9570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defTabSz="685800" eaLnBrk="1" hangingPunct="1"/>
            <a:endParaRPr lang="en-US" altLang="en-US" dirty="0"/>
          </a:p>
        </p:txBody>
      </p:sp>
      <p:sp>
        <p:nvSpPr>
          <p:cNvPr id="109571" name="Date Placeholder 3"/>
          <p:cNvSpPr txBox="1">
            <a:spLocks noGrp="1"/>
          </p:cNvSpPr>
          <p:nvPr>
            <p:ph type="dt" sz="half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 eaLnBrk="1" hangingPunct="1"/>
            <a:fld id="{BB962C8B-B14F-4D97-AF65-F5344CB8AC3E}" type="datetime1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9572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000" dirty="0">
                <a:latin typeface="Verdana" panose="020B0604030504040204" pitchFamily="34" charset="0"/>
              </a:rPr>
            </a:fld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/>
          <p:cNvSpPr txBox="1"/>
          <p:nvPr/>
        </p:nvSpPr>
        <p:spPr>
          <a:xfrm rot="5400000">
            <a:off x="5783161" y="2619156"/>
            <a:ext cx="1881232" cy="1480344"/>
          </a:xfrm>
          <a:prstGeom prst="parallelogram">
            <a:avLst>
              <a:gd name="adj" fmla="val 27347"/>
            </a:avLst>
          </a:prstGeom>
          <a:blipFill>
            <a:blip r:embed="rId2" cstate="email"/>
            <a:stretch>
              <a:fillRect/>
            </a:stretch>
          </a:blipFill>
        </p:spPr>
        <p:txBody>
          <a:bodyPr lIns="68580" tIns="34290" rIns="68580" bIns="3429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None/>
              <a:defRPr lang="de-DE" sz="100" kern="1200" baseline="0" dirty="0">
                <a:noFill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4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90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979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4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750" indent="-17970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de-DE" sz="100" b="0" i="0" u="none" strike="noStrike" kern="1200" cap="none" spc="0" normalizeH="0" baseline="0" noProof="0">
                <a:ln>
                  <a:noFill/>
                </a:ln>
                <a:blipFill>
                  <a:blip r:embed="rId3"/>
                  <a:stretch>
                    <a:fillRect/>
                  </a:stretch>
                </a:blip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kumimoji="0" lang="de-DE" sz="100" b="0" i="0" u="none" strike="noStrike" kern="1200" cap="none" spc="0" normalizeH="0" baseline="0" noProof="0">
              <a:ln>
                <a:noFill/>
              </a:ln>
              <a:blipFill>
                <a:blip r:embed="rId3"/>
                <a:stretch>
                  <a:fillRect/>
                </a:stretch>
              </a:blip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470275"/>
            <a:ext cx="9144000" cy="167322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5"/>
          </p:nvPr>
        </p:nvSpPr>
        <p:spPr>
          <a:xfrm rot="5400000" flipV="1">
            <a:off x="6461100" y="1235004"/>
            <a:ext cx="2493259" cy="1952100"/>
          </a:xfrm>
          <a:prstGeom prst="parallelogram">
            <a:avLst>
              <a:gd name="adj" fmla="val 27486"/>
            </a:avLst>
          </a:prstGeom>
          <a:blipFill>
            <a:blip r:embed="rId3" cstate="email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 marL="135255" indent="0">
              <a:buNone/>
              <a:defRPr sz="100">
                <a:noFill/>
              </a:defRPr>
            </a:lvl2pPr>
            <a:lvl3pPr marL="269875" indent="0">
              <a:buNone/>
              <a:defRPr sz="100">
                <a:noFill/>
              </a:defRPr>
            </a:lvl3pPr>
            <a:lvl4pPr marL="405130" indent="0">
              <a:buNone/>
              <a:defRPr sz="100">
                <a:noFill/>
              </a:defRPr>
            </a:lvl4pPr>
            <a:lvl5pPr marL="539750" indent="0">
              <a:buNone/>
              <a:defRPr sz="100">
                <a:noFill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6"/>
          </p:nvPr>
        </p:nvSpPr>
        <p:spPr>
          <a:xfrm rot="5400000">
            <a:off x="5783400" y="1226904"/>
            <a:ext cx="1881900" cy="1479600"/>
          </a:xfrm>
          <a:prstGeom prst="parallelogram">
            <a:avLst>
              <a:gd name="adj" fmla="val 27486"/>
            </a:avLst>
          </a:prstGeom>
          <a:blipFill>
            <a:blip r:embed="rId2" cstate="email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 marL="135255" indent="0">
              <a:buNone/>
              <a:defRPr sz="100">
                <a:noFill/>
              </a:defRPr>
            </a:lvl2pPr>
            <a:lvl3pPr marL="269875" indent="0">
              <a:buNone/>
              <a:defRPr sz="100">
                <a:noFill/>
              </a:defRPr>
            </a:lvl3pPr>
            <a:lvl4pPr marL="405130" indent="0">
              <a:buNone/>
              <a:defRPr sz="100">
                <a:noFill/>
              </a:defRPr>
            </a:lvl4pPr>
            <a:lvl5pPr marL="539750" indent="0">
              <a:buNone/>
              <a:defRPr sz="100">
                <a:noFill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57504" y="1414761"/>
            <a:ext cx="6355745" cy="2928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59595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>
              <a:buNone/>
              <a:defRPr sz="1700">
                <a:latin typeface="Verdana" panose="020B0604030504040204"/>
                <a:cs typeface="Verdana" panose="020B0604030504040204"/>
              </a:defRPr>
            </a:lvl2pPr>
            <a:lvl3pPr marL="685800" indent="0">
              <a:buNone/>
              <a:defRPr sz="1700">
                <a:latin typeface="Verdana" panose="020B0604030504040204"/>
                <a:cs typeface="Verdana" panose="020B0604030504040204"/>
              </a:defRPr>
            </a:lvl3pPr>
            <a:lvl4pPr marL="1028700" indent="0">
              <a:buNone/>
              <a:defRPr sz="1700">
                <a:latin typeface="Verdana" panose="020B0604030504040204"/>
                <a:cs typeface="Verdana" panose="020B0604030504040204"/>
              </a:defRPr>
            </a:lvl4pPr>
            <a:lvl5pPr marL="1371600" indent="0">
              <a:buNone/>
              <a:defRPr sz="1700">
                <a:latin typeface="Verdana" panose="020B0604030504040204"/>
                <a:cs typeface="Verdana" panose="020B0604030504040204"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505" y="512324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505" y="749529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457505" y="986735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6147" name="Picture 4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372971" y="3651870"/>
            <a:ext cx="5184000" cy="29289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1725"/>
              </a:lnSpc>
              <a:spcBef>
                <a:spcPts val="0"/>
              </a:spcBef>
              <a:buNone/>
              <a:defRPr sz="1800">
                <a:solidFill>
                  <a:srgbClr val="59595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>
              <a:buNone/>
              <a:defRPr sz="1700">
                <a:latin typeface="Verdana" panose="020B0604030504040204"/>
                <a:cs typeface="Verdana" panose="020B0604030504040204"/>
              </a:defRPr>
            </a:lvl2pPr>
            <a:lvl3pPr marL="685800" indent="0">
              <a:buNone/>
              <a:defRPr sz="1700">
                <a:latin typeface="Verdana" panose="020B0604030504040204"/>
                <a:cs typeface="Verdana" panose="020B0604030504040204"/>
              </a:defRPr>
            </a:lvl3pPr>
            <a:lvl4pPr marL="1028700" indent="0">
              <a:buNone/>
              <a:defRPr sz="1700">
                <a:latin typeface="Verdana" panose="020B0604030504040204"/>
                <a:cs typeface="Verdana" panose="020B0604030504040204"/>
              </a:defRPr>
            </a:lvl4pPr>
            <a:lvl5pPr marL="1371600" indent="0">
              <a:buNone/>
              <a:defRPr sz="1700">
                <a:latin typeface="Verdana" panose="020B0604030504040204"/>
                <a:cs typeface="Verdana" panose="020B0604030504040204"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372971" y="4127051"/>
            <a:ext cx="5184000" cy="2249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00" b="0">
                <a:solidFill>
                  <a:srgbClr val="595959"/>
                </a:solidFill>
                <a:latin typeface="Verdana" panose="020B0604030504040204"/>
                <a:cs typeface="Verdana" panose="020B0604030504040204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2"/>
          </p:nvPr>
        </p:nvSpPr>
        <p:spPr>
          <a:xfrm rot="5400000">
            <a:off x="1490007" y="250293"/>
            <a:ext cx="3403199" cy="6383215"/>
          </a:xfrm>
          <a:custGeom>
            <a:avLst/>
            <a:gdLst>
              <a:gd name="connsiteX0" fmla="*/ 0 w 8917307"/>
              <a:gd name="connsiteY0" fmla="*/ 5930058 h 5930058"/>
              <a:gd name="connsiteX1" fmla="*/ 2115192 w 8917307"/>
              <a:gd name="connsiteY1" fmla="*/ 0 h 5930058"/>
              <a:gd name="connsiteX2" fmla="*/ 8917307 w 8917307"/>
              <a:gd name="connsiteY2" fmla="*/ 0 h 5930058"/>
              <a:gd name="connsiteX3" fmla="*/ 6802115 w 8917307"/>
              <a:gd name="connsiteY3" fmla="*/ 5930058 h 5930058"/>
              <a:gd name="connsiteX4" fmla="*/ 0 w 8917307"/>
              <a:gd name="connsiteY4" fmla="*/ 5930058 h 5930058"/>
              <a:gd name="connsiteX0-1" fmla="*/ 0 w 8917307"/>
              <a:gd name="connsiteY0-2" fmla="*/ 5930058 h 5930058"/>
              <a:gd name="connsiteX1-3" fmla="*/ 2115192 w 8917307"/>
              <a:gd name="connsiteY1-4" fmla="*/ 0 h 5930058"/>
              <a:gd name="connsiteX2-5" fmla="*/ 8917307 w 8917307"/>
              <a:gd name="connsiteY2-6" fmla="*/ 0 h 5930058"/>
              <a:gd name="connsiteX3-7" fmla="*/ 4528818 w 8917307"/>
              <a:gd name="connsiteY3-8" fmla="*/ 5930058 h 5930058"/>
              <a:gd name="connsiteX4-9" fmla="*/ 0 w 8917307"/>
              <a:gd name="connsiteY4-10" fmla="*/ 5930058 h 5930058"/>
              <a:gd name="connsiteX0-11" fmla="*/ 0 w 4561210"/>
              <a:gd name="connsiteY0-12" fmla="*/ 5930059 h 5930059"/>
              <a:gd name="connsiteX1-13" fmla="*/ 2115192 w 4561210"/>
              <a:gd name="connsiteY1-14" fmla="*/ 1 h 5930059"/>
              <a:gd name="connsiteX2-15" fmla="*/ 4561210 w 4561210"/>
              <a:gd name="connsiteY2-16" fmla="*/ 0 h 5930059"/>
              <a:gd name="connsiteX3-17" fmla="*/ 4528818 w 4561210"/>
              <a:gd name="connsiteY3-18" fmla="*/ 5930059 h 5930059"/>
              <a:gd name="connsiteX4-19" fmla="*/ 0 w 4561210"/>
              <a:gd name="connsiteY4-20" fmla="*/ 5930059 h 5930059"/>
              <a:gd name="connsiteX0-21" fmla="*/ 0 w 3008635"/>
              <a:gd name="connsiteY0-22" fmla="*/ 5893807 h 5930059"/>
              <a:gd name="connsiteX1-23" fmla="*/ 562617 w 3008635"/>
              <a:gd name="connsiteY1-24" fmla="*/ 1 h 5930059"/>
              <a:gd name="connsiteX2-25" fmla="*/ 3008635 w 3008635"/>
              <a:gd name="connsiteY2-26" fmla="*/ 0 h 5930059"/>
              <a:gd name="connsiteX3-27" fmla="*/ 2976243 w 3008635"/>
              <a:gd name="connsiteY3-28" fmla="*/ 5930059 h 5930059"/>
              <a:gd name="connsiteX4-29" fmla="*/ 0 w 3008635"/>
              <a:gd name="connsiteY4-30" fmla="*/ 5893807 h 5930059"/>
              <a:gd name="connsiteX0-31" fmla="*/ 0 w 3008635"/>
              <a:gd name="connsiteY0-32" fmla="*/ 5893807 h 5930055"/>
              <a:gd name="connsiteX1-33" fmla="*/ 562617 w 3008635"/>
              <a:gd name="connsiteY1-34" fmla="*/ 1 h 5930055"/>
              <a:gd name="connsiteX2-35" fmla="*/ 3008635 w 3008635"/>
              <a:gd name="connsiteY2-36" fmla="*/ 0 h 5930055"/>
              <a:gd name="connsiteX3-37" fmla="*/ 2985770 w 3008635"/>
              <a:gd name="connsiteY3-38" fmla="*/ 5930057 h 5930055"/>
              <a:gd name="connsiteX4-39" fmla="*/ 0 w 3008635"/>
              <a:gd name="connsiteY4-40" fmla="*/ 5893807 h 5930055"/>
              <a:gd name="connsiteX0-41" fmla="*/ 0 w 2994348"/>
              <a:gd name="connsiteY0-42" fmla="*/ 5884745 h 5930059"/>
              <a:gd name="connsiteX1-43" fmla="*/ 548330 w 2994348"/>
              <a:gd name="connsiteY1-44" fmla="*/ 1 h 5930059"/>
              <a:gd name="connsiteX2-45" fmla="*/ 2994348 w 2994348"/>
              <a:gd name="connsiteY2-46" fmla="*/ 0 h 5930059"/>
              <a:gd name="connsiteX3-47" fmla="*/ 2971483 w 2994348"/>
              <a:gd name="connsiteY3-48" fmla="*/ 5930057 h 5930059"/>
              <a:gd name="connsiteX4-49" fmla="*/ 0 w 2994348"/>
              <a:gd name="connsiteY4-50" fmla="*/ 5884745 h 5930059"/>
              <a:gd name="connsiteX0-51" fmla="*/ 0 w 2999111"/>
              <a:gd name="connsiteY0-52" fmla="*/ 5911931 h 5930055"/>
              <a:gd name="connsiteX1-53" fmla="*/ 553093 w 2999111"/>
              <a:gd name="connsiteY1-54" fmla="*/ 1 h 5930055"/>
              <a:gd name="connsiteX2-55" fmla="*/ 2999111 w 2999111"/>
              <a:gd name="connsiteY2-56" fmla="*/ 0 h 5930055"/>
              <a:gd name="connsiteX3-57" fmla="*/ 2976246 w 2999111"/>
              <a:gd name="connsiteY3-58" fmla="*/ 5930057 h 5930055"/>
              <a:gd name="connsiteX4-59" fmla="*/ 0 w 2999111"/>
              <a:gd name="connsiteY4-60" fmla="*/ 5911931 h 5930055"/>
              <a:gd name="connsiteX0-61" fmla="*/ 0 w 3761036"/>
              <a:gd name="connsiteY0-62" fmla="*/ 5924582 h 5930056"/>
              <a:gd name="connsiteX1-63" fmla="*/ 1315018 w 3761036"/>
              <a:gd name="connsiteY1-64" fmla="*/ 1 h 5930056"/>
              <a:gd name="connsiteX2-65" fmla="*/ 3761036 w 3761036"/>
              <a:gd name="connsiteY2-66" fmla="*/ 0 h 5930056"/>
              <a:gd name="connsiteX3-67" fmla="*/ 3738171 w 3761036"/>
              <a:gd name="connsiteY3-68" fmla="*/ 5930057 h 5930056"/>
              <a:gd name="connsiteX4-69" fmla="*/ 0 w 3761036"/>
              <a:gd name="connsiteY4-70" fmla="*/ 5924582 h 5930056"/>
              <a:gd name="connsiteX0-71" fmla="*/ 0 w 3761036"/>
              <a:gd name="connsiteY0-72" fmla="*/ 6020245 h 6025720"/>
              <a:gd name="connsiteX1-73" fmla="*/ 1294065 w 3761036"/>
              <a:gd name="connsiteY1-74" fmla="*/ 0 h 6025720"/>
              <a:gd name="connsiteX2-75" fmla="*/ 3761036 w 3761036"/>
              <a:gd name="connsiteY2-76" fmla="*/ 95663 h 6025720"/>
              <a:gd name="connsiteX3-77" fmla="*/ 3738171 w 3761036"/>
              <a:gd name="connsiteY3-78" fmla="*/ 6025720 h 6025720"/>
              <a:gd name="connsiteX4-79" fmla="*/ 0 w 3761036"/>
              <a:gd name="connsiteY4-80" fmla="*/ 6020245 h 6025720"/>
              <a:gd name="connsiteX0-81" fmla="*/ 0 w 3754750"/>
              <a:gd name="connsiteY0-82" fmla="*/ 6020245 h 6025720"/>
              <a:gd name="connsiteX1-83" fmla="*/ 1294065 w 3754750"/>
              <a:gd name="connsiteY1-84" fmla="*/ 0 h 6025720"/>
              <a:gd name="connsiteX2-85" fmla="*/ 3754750 w 3754750"/>
              <a:gd name="connsiteY2-86" fmla="*/ 33046 h 6025720"/>
              <a:gd name="connsiteX3-87" fmla="*/ 3738171 w 3754750"/>
              <a:gd name="connsiteY3-88" fmla="*/ 6025720 h 6025720"/>
              <a:gd name="connsiteX4-89" fmla="*/ 0 w 3754750"/>
              <a:gd name="connsiteY4-90" fmla="*/ 6020245 h 6025720"/>
              <a:gd name="connsiteX0-91" fmla="*/ 0 w 3761036"/>
              <a:gd name="connsiteY0-92" fmla="*/ 6020245 h 6025720"/>
              <a:gd name="connsiteX1-93" fmla="*/ 1294065 w 3761036"/>
              <a:gd name="connsiteY1-94" fmla="*/ 0 h 6025720"/>
              <a:gd name="connsiteX2-95" fmla="*/ 3761036 w 3761036"/>
              <a:gd name="connsiteY2-96" fmla="*/ 22610 h 6025720"/>
              <a:gd name="connsiteX3-97" fmla="*/ 3738171 w 3761036"/>
              <a:gd name="connsiteY3-98" fmla="*/ 6025720 h 6025720"/>
              <a:gd name="connsiteX4-99" fmla="*/ 0 w 3761036"/>
              <a:gd name="connsiteY4-100" fmla="*/ 6020245 h 6025720"/>
              <a:gd name="connsiteX0-101" fmla="*/ 0 w 3740292"/>
              <a:gd name="connsiteY0-102" fmla="*/ 6020245 h 6025720"/>
              <a:gd name="connsiteX1-103" fmla="*/ 1294065 w 3740292"/>
              <a:gd name="connsiteY1-104" fmla="*/ 0 h 6025720"/>
              <a:gd name="connsiteX2-105" fmla="*/ 3737464 w 3740292"/>
              <a:gd name="connsiteY2-106" fmla="*/ 19349 h 6025720"/>
              <a:gd name="connsiteX3-107" fmla="*/ 3738171 w 3740292"/>
              <a:gd name="connsiteY3-108" fmla="*/ 6025720 h 6025720"/>
              <a:gd name="connsiteX4-109" fmla="*/ 0 w 3740292"/>
              <a:gd name="connsiteY4-110" fmla="*/ 6020245 h 6025720"/>
              <a:gd name="connsiteX0-111" fmla="*/ 0 w 3740103"/>
              <a:gd name="connsiteY0-112" fmla="*/ 6020245 h 6025720"/>
              <a:gd name="connsiteX1-113" fmla="*/ 1294065 w 3740103"/>
              <a:gd name="connsiteY1-114" fmla="*/ 0 h 6025720"/>
              <a:gd name="connsiteX2-115" fmla="*/ 3735502 w 3740103"/>
              <a:gd name="connsiteY2-116" fmla="*/ 12827 h 6025720"/>
              <a:gd name="connsiteX3-117" fmla="*/ 3738171 w 3740103"/>
              <a:gd name="connsiteY3-118" fmla="*/ 6025720 h 6025720"/>
              <a:gd name="connsiteX4-119" fmla="*/ 0 w 3740103"/>
              <a:gd name="connsiteY4-120" fmla="*/ 6020245 h 6025720"/>
              <a:gd name="connsiteX0-121" fmla="*/ 0 w 3740103"/>
              <a:gd name="connsiteY0-122" fmla="*/ 6020463 h 6025938"/>
              <a:gd name="connsiteX1-123" fmla="*/ 1294065 w 3740103"/>
              <a:gd name="connsiteY1-124" fmla="*/ 218 h 6025938"/>
              <a:gd name="connsiteX2-125" fmla="*/ 3735502 w 3740103"/>
              <a:gd name="connsiteY2-126" fmla="*/ 0 h 6025938"/>
              <a:gd name="connsiteX3-127" fmla="*/ 3738171 w 3740103"/>
              <a:gd name="connsiteY3-128" fmla="*/ 6025938 h 6025938"/>
              <a:gd name="connsiteX4-129" fmla="*/ 0 w 3740103"/>
              <a:gd name="connsiteY4-130" fmla="*/ 6020463 h 6025938"/>
              <a:gd name="connsiteX0-131" fmla="*/ 0 w 3741397"/>
              <a:gd name="connsiteY0-132" fmla="*/ 6023725 h 6029200"/>
              <a:gd name="connsiteX1-133" fmla="*/ 1294065 w 3741397"/>
              <a:gd name="connsiteY1-134" fmla="*/ 3480 h 6029200"/>
              <a:gd name="connsiteX2-135" fmla="*/ 3741397 w 3741397"/>
              <a:gd name="connsiteY2-136" fmla="*/ 0 h 6029200"/>
              <a:gd name="connsiteX3-137" fmla="*/ 3738171 w 3741397"/>
              <a:gd name="connsiteY3-138" fmla="*/ 6029200 h 6029200"/>
              <a:gd name="connsiteX4-139" fmla="*/ 0 w 3741397"/>
              <a:gd name="connsiteY4-140" fmla="*/ 6023725 h 6029200"/>
              <a:gd name="connsiteX0-141" fmla="*/ 0 w 3747290"/>
              <a:gd name="connsiteY0-142" fmla="*/ 6023725 h 6029200"/>
              <a:gd name="connsiteX1-143" fmla="*/ 1294065 w 3747290"/>
              <a:gd name="connsiteY1-144" fmla="*/ 3480 h 6029200"/>
              <a:gd name="connsiteX2-145" fmla="*/ 3747290 w 3747290"/>
              <a:gd name="connsiteY2-146" fmla="*/ 0 h 6029200"/>
              <a:gd name="connsiteX3-147" fmla="*/ 3738171 w 3747290"/>
              <a:gd name="connsiteY3-148" fmla="*/ 6029200 h 6029200"/>
              <a:gd name="connsiteX4-149" fmla="*/ 0 w 3747290"/>
              <a:gd name="connsiteY4-150" fmla="*/ 6023725 h 6029200"/>
              <a:gd name="connsiteX0-151" fmla="*/ 0 w 3743362"/>
              <a:gd name="connsiteY0-152" fmla="*/ 6023725 h 6029200"/>
              <a:gd name="connsiteX1-153" fmla="*/ 1294065 w 3743362"/>
              <a:gd name="connsiteY1-154" fmla="*/ 3480 h 6029200"/>
              <a:gd name="connsiteX2-155" fmla="*/ 3743362 w 3743362"/>
              <a:gd name="connsiteY2-156" fmla="*/ 0 h 6029200"/>
              <a:gd name="connsiteX3-157" fmla="*/ 3738171 w 3743362"/>
              <a:gd name="connsiteY3-158" fmla="*/ 6029200 h 6029200"/>
              <a:gd name="connsiteX4-159" fmla="*/ 0 w 3743362"/>
              <a:gd name="connsiteY4-160" fmla="*/ 6023725 h 6029200"/>
              <a:gd name="connsiteX0-161" fmla="*/ 0 w 3740103"/>
              <a:gd name="connsiteY0-162" fmla="*/ 6023725 h 6029200"/>
              <a:gd name="connsiteX1-163" fmla="*/ 1294065 w 3740103"/>
              <a:gd name="connsiteY1-164" fmla="*/ 3480 h 6029200"/>
              <a:gd name="connsiteX2-165" fmla="*/ 3735505 w 3740103"/>
              <a:gd name="connsiteY2-166" fmla="*/ 0 h 6029200"/>
              <a:gd name="connsiteX3-167" fmla="*/ 3738171 w 3740103"/>
              <a:gd name="connsiteY3-168" fmla="*/ 6029200 h 6029200"/>
              <a:gd name="connsiteX4-169" fmla="*/ 0 w 3740103"/>
              <a:gd name="connsiteY4-170" fmla="*/ 6023725 h 6029200"/>
              <a:gd name="connsiteX0-171" fmla="*/ 0 w 3740103"/>
              <a:gd name="connsiteY0-172" fmla="*/ 6023726 h 6029201"/>
              <a:gd name="connsiteX1-173" fmla="*/ 1294065 w 3740103"/>
              <a:gd name="connsiteY1-174" fmla="*/ 3481 h 6029201"/>
              <a:gd name="connsiteX2-175" fmla="*/ 3735508 w 3740103"/>
              <a:gd name="connsiteY2-176" fmla="*/ 0 h 6029201"/>
              <a:gd name="connsiteX3-177" fmla="*/ 3738171 w 3740103"/>
              <a:gd name="connsiteY3-178" fmla="*/ 6029201 h 6029201"/>
              <a:gd name="connsiteX4-179" fmla="*/ 0 w 3740103"/>
              <a:gd name="connsiteY4-180" fmla="*/ 6023726 h 6029201"/>
              <a:gd name="connsiteX0-181" fmla="*/ 0 w 3740727"/>
              <a:gd name="connsiteY0-182" fmla="*/ 6023726 h 6029201"/>
              <a:gd name="connsiteX1-183" fmla="*/ 1294065 w 3740727"/>
              <a:gd name="connsiteY1-184" fmla="*/ 3481 h 6029201"/>
              <a:gd name="connsiteX2-185" fmla="*/ 3735508 w 3740727"/>
              <a:gd name="connsiteY2-186" fmla="*/ 0 h 6029201"/>
              <a:gd name="connsiteX3-187" fmla="*/ 3738171 w 3740727"/>
              <a:gd name="connsiteY3-188" fmla="*/ 6029201 h 6029201"/>
              <a:gd name="connsiteX4-189" fmla="*/ 0 w 3740727"/>
              <a:gd name="connsiteY4-190" fmla="*/ 6023726 h 6029201"/>
              <a:gd name="connsiteX0-191" fmla="*/ 0 w 3740728"/>
              <a:gd name="connsiteY0-192" fmla="*/ 6023726 h 6029201"/>
              <a:gd name="connsiteX1-193" fmla="*/ 1294065 w 3740728"/>
              <a:gd name="connsiteY1-194" fmla="*/ 3481 h 6029201"/>
              <a:gd name="connsiteX2-195" fmla="*/ 3735508 w 3740728"/>
              <a:gd name="connsiteY2-196" fmla="*/ 0 h 6029201"/>
              <a:gd name="connsiteX3-197" fmla="*/ 3738171 w 3740728"/>
              <a:gd name="connsiteY3-198" fmla="*/ 6029201 h 6029201"/>
              <a:gd name="connsiteX4-199" fmla="*/ 0 w 3740728"/>
              <a:gd name="connsiteY4-200" fmla="*/ 6023726 h 6029201"/>
              <a:gd name="connsiteX0-201" fmla="*/ 0 w 3738171"/>
              <a:gd name="connsiteY0-202" fmla="*/ 6023726 h 6029201"/>
              <a:gd name="connsiteX1-203" fmla="*/ 1294065 w 3738171"/>
              <a:gd name="connsiteY1-204" fmla="*/ 3481 h 6029201"/>
              <a:gd name="connsiteX2-205" fmla="*/ 3735508 w 3738171"/>
              <a:gd name="connsiteY2-206" fmla="*/ 0 h 6029201"/>
              <a:gd name="connsiteX3-207" fmla="*/ 3738171 w 3738171"/>
              <a:gd name="connsiteY3-208" fmla="*/ 6029201 h 6029201"/>
              <a:gd name="connsiteX4-209" fmla="*/ 0 w 3738171"/>
              <a:gd name="connsiteY4-210" fmla="*/ 6023726 h 6029201"/>
              <a:gd name="connsiteX0-211" fmla="*/ 0 w 3738171"/>
              <a:gd name="connsiteY0-212" fmla="*/ 6023726 h 6029201"/>
              <a:gd name="connsiteX1-213" fmla="*/ 1294065 w 3738171"/>
              <a:gd name="connsiteY1-214" fmla="*/ 3481 h 6029201"/>
              <a:gd name="connsiteX2-215" fmla="*/ 3735508 w 3738171"/>
              <a:gd name="connsiteY2-216" fmla="*/ 0 h 6029201"/>
              <a:gd name="connsiteX3-217" fmla="*/ 3738171 w 3738171"/>
              <a:gd name="connsiteY3-218" fmla="*/ 6029201 h 6029201"/>
              <a:gd name="connsiteX4-219" fmla="*/ 0 w 3738171"/>
              <a:gd name="connsiteY4-220" fmla="*/ 6023726 h 6029201"/>
              <a:gd name="connsiteX0-221" fmla="*/ 0 w 3738171"/>
              <a:gd name="connsiteY0-222" fmla="*/ 6023727 h 6029202"/>
              <a:gd name="connsiteX1-223" fmla="*/ 1294065 w 3738171"/>
              <a:gd name="connsiteY1-224" fmla="*/ 3482 h 6029202"/>
              <a:gd name="connsiteX2-225" fmla="*/ 3735510 w 3738171"/>
              <a:gd name="connsiteY2-226" fmla="*/ 0 h 6029202"/>
              <a:gd name="connsiteX3-227" fmla="*/ 3738171 w 3738171"/>
              <a:gd name="connsiteY3-228" fmla="*/ 6029202 h 6029202"/>
              <a:gd name="connsiteX4-229" fmla="*/ 0 w 3738171"/>
              <a:gd name="connsiteY4-230" fmla="*/ 6023727 h 6029202"/>
              <a:gd name="connsiteX0-231" fmla="*/ 0 w 3738171"/>
              <a:gd name="connsiteY0-232" fmla="*/ 6023727 h 6029202"/>
              <a:gd name="connsiteX1-233" fmla="*/ 1294065 w 3738171"/>
              <a:gd name="connsiteY1-234" fmla="*/ 3482 h 6029202"/>
              <a:gd name="connsiteX2-235" fmla="*/ 3735510 w 3738171"/>
              <a:gd name="connsiteY2-236" fmla="*/ 0 h 6029202"/>
              <a:gd name="connsiteX3-237" fmla="*/ 3738171 w 3738171"/>
              <a:gd name="connsiteY3-238" fmla="*/ 6029202 h 6029202"/>
              <a:gd name="connsiteX4-239" fmla="*/ 0 w 3738171"/>
              <a:gd name="connsiteY4-240" fmla="*/ 6023727 h 6029202"/>
              <a:gd name="connsiteX0-241" fmla="*/ 0 w 3738171"/>
              <a:gd name="connsiteY0-242" fmla="*/ 6020465 h 6025940"/>
              <a:gd name="connsiteX1-243" fmla="*/ 1294065 w 3738171"/>
              <a:gd name="connsiteY1-244" fmla="*/ 220 h 6025940"/>
              <a:gd name="connsiteX2-245" fmla="*/ 3735510 w 3738171"/>
              <a:gd name="connsiteY2-246" fmla="*/ 0 h 6025940"/>
              <a:gd name="connsiteX3-247" fmla="*/ 3738171 w 3738171"/>
              <a:gd name="connsiteY3-248" fmla="*/ 6025940 h 6025940"/>
              <a:gd name="connsiteX4-249" fmla="*/ 0 w 3738171"/>
              <a:gd name="connsiteY4-250" fmla="*/ 6020465 h 6025940"/>
              <a:gd name="connsiteX0-251" fmla="*/ 0 w 3738171"/>
              <a:gd name="connsiteY0-252" fmla="*/ 8138769 h 8144244"/>
              <a:gd name="connsiteX1-253" fmla="*/ 1740362 w 3738171"/>
              <a:gd name="connsiteY1-254" fmla="*/ 0 h 8144244"/>
              <a:gd name="connsiteX2-255" fmla="*/ 3735510 w 3738171"/>
              <a:gd name="connsiteY2-256" fmla="*/ 2118304 h 8144244"/>
              <a:gd name="connsiteX3-257" fmla="*/ 3738171 w 3738171"/>
              <a:gd name="connsiteY3-258" fmla="*/ 8144244 h 8144244"/>
              <a:gd name="connsiteX4-259" fmla="*/ 0 w 3738171"/>
              <a:gd name="connsiteY4-260" fmla="*/ 8138769 h 8144244"/>
              <a:gd name="connsiteX0-261" fmla="*/ 0 w 3738171"/>
              <a:gd name="connsiteY0-262" fmla="*/ 8138769 h 8144244"/>
              <a:gd name="connsiteX1-263" fmla="*/ 1740362 w 3738171"/>
              <a:gd name="connsiteY1-264" fmla="*/ 0 h 8144244"/>
              <a:gd name="connsiteX2-265" fmla="*/ 3729226 w 3738171"/>
              <a:gd name="connsiteY2-266" fmla="*/ 20651 h 8144244"/>
              <a:gd name="connsiteX3-267" fmla="*/ 3738171 w 3738171"/>
              <a:gd name="connsiteY3-268" fmla="*/ 8144244 h 8144244"/>
              <a:gd name="connsiteX4-269" fmla="*/ 0 w 3738171"/>
              <a:gd name="connsiteY4-270" fmla="*/ 8138769 h 8144244"/>
              <a:gd name="connsiteX0-271" fmla="*/ 0 w 3738171"/>
              <a:gd name="connsiteY0-272" fmla="*/ 8138989 h 8144464"/>
              <a:gd name="connsiteX1-273" fmla="*/ 1740362 w 3738171"/>
              <a:gd name="connsiteY1-274" fmla="*/ 220 h 8144464"/>
              <a:gd name="connsiteX2-275" fmla="*/ 3722943 w 3738171"/>
              <a:gd name="connsiteY2-276" fmla="*/ -1 h 8144464"/>
              <a:gd name="connsiteX3-277" fmla="*/ 3738171 w 3738171"/>
              <a:gd name="connsiteY3-278" fmla="*/ 8144464 h 8144464"/>
              <a:gd name="connsiteX4-279" fmla="*/ 0 w 3738171"/>
              <a:gd name="connsiteY4-280" fmla="*/ 8138989 h 8144464"/>
              <a:gd name="connsiteX0-281" fmla="*/ 0 w 3738171"/>
              <a:gd name="connsiteY0-282" fmla="*/ 8138990 h 8144465"/>
              <a:gd name="connsiteX1-283" fmla="*/ 1740362 w 3738171"/>
              <a:gd name="connsiteY1-284" fmla="*/ 221 h 8144465"/>
              <a:gd name="connsiteX2-285" fmla="*/ 3735515 w 3738171"/>
              <a:gd name="connsiteY2-286" fmla="*/ 0 h 8144465"/>
              <a:gd name="connsiteX3-287" fmla="*/ 3738171 w 3738171"/>
              <a:gd name="connsiteY3-288" fmla="*/ 8144465 h 8144465"/>
              <a:gd name="connsiteX4-289" fmla="*/ 0 w 3738171"/>
              <a:gd name="connsiteY4-290" fmla="*/ 8138990 h 81444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38171" h="8144465">
                <a:moveTo>
                  <a:pt x="0" y="8138990"/>
                </a:moveTo>
                <a:lnTo>
                  <a:pt x="1740362" y="221"/>
                </a:lnTo>
                <a:lnTo>
                  <a:pt x="3735515" y="0"/>
                </a:lnTo>
                <a:cubicBezTo>
                  <a:pt x="3737716" y="6030452"/>
                  <a:pt x="3735974" y="2114013"/>
                  <a:pt x="3738171" y="8144465"/>
                </a:cubicBezTo>
                <a:lnTo>
                  <a:pt x="0" y="813899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  <p:txBody>
          <a:bodyPr vert="vert">
            <a:noAutofit/>
          </a:bodyPr>
          <a:lstStyle>
            <a:lvl1pPr marL="0" indent="0">
              <a:buNone/>
              <a:defRPr sz="100" baseline="0">
                <a:noFill/>
              </a:defRPr>
            </a:lvl1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7172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95233"/>
            <a:ext cx="8731800" cy="3587656"/>
          </a:xfrm>
        </p:spPr>
        <p:txBody>
          <a:bodyPr/>
          <a:lstStyle>
            <a:lvl1pPr>
              <a:defRPr baseline="0">
                <a:solidFill>
                  <a:srgbClr val="595959"/>
                </a:solidFill>
              </a:defRPr>
            </a:lvl1pPr>
            <a:lvl2pPr>
              <a:defRPr>
                <a:solidFill>
                  <a:srgbClr val="595959"/>
                </a:solidFill>
              </a:defRPr>
            </a:lvl2pPr>
            <a:lvl3pPr>
              <a:defRPr>
                <a:solidFill>
                  <a:srgbClr val="595959"/>
                </a:solidFill>
              </a:defRPr>
            </a:lvl3pPr>
            <a:lvl4pPr>
              <a:defRPr>
                <a:solidFill>
                  <a:srgbClr val="595959"/>
                </a:solidFill>
              </a:defRPr>
            </a:lvl4pPr>
            <a:lvl5pPr>
              <a:defRPr>
                <a:solidFill>
                  <a:srgbClr val="595959"/>
                </a:solidFill>
              </a:defRPr>
            </a:lvl5pPr>
            <a:lvl6pPr marL="810260">
              <a:defRPr>
                <a:solidFill>
                  <a:srgbClr val="595959"/>
                </a:solidFill>
              </a:defRPr>
            </a:lvl6pPr>
            <a:lvl7pPr marL="944880">
              <a:lnSpc>
                <a:spcPct val="100000"/>
              </a:lnSpc>
              <a:spcBef>
                <a:spcPts val="750"/>
              </a:spcBef>
              <a:defRPr>
                <a:solidFill>
                  <a:srgbClr val="595959"/>
                </a:solidFill>
              </a:defRPr>
            </a:lvl7pPr>
            <a:lvl8pPr>
              <a:defRPr>
                <a:solidFill>
                  <a:srgbClr val="595959"/>
                </a:solidFill>
              </a:defRPr>
            </a:lvl8pPr>
            <a:lvl9pPr>
              <a:defRPr>
                <a:solidFill>
                  <a:srgbClr val="595959"/>
                </a:solidFill>
              </a:defRPr>
            </a:lvl9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2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8196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8731800" cy="3618363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20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  <p:sp>
        <p:nvSpPr>
          <p:cNvPr id="3" name="SmartArt Placeholder 2"/>
          <p:cNvSpPr>
            <a:spLocks noGrp="1"/>
          </p:cNvSpPr>
          <p:nvPr>
            <p:ph type="pic" sz="quarter" idx="11"/>
          </p:nvPr>
        </p:nvSpPr>
        <p:spPr>
          <a:xfrm>
            <a:off x="269669" y="1156648"/>
            <a:ext cx="8686674" cy="3527759"/>
          </a:xfrm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135255" marR="0" lvl="0" indent="-17145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0244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  <p:sp>
        <p:nvSpPr>
          <p:cNvPr id="3" name="SmartArt Placeholder 2"/>
          <p:cNvSpPr>
            <a:spLocks noGrp="1"/>
          </p:cNvSpPr>
          <p:nvPr>
            <p:ph type="pic" sz="quarter" idx="11"/>
          </p:nvPr>
        </p:nvSpPr>
        <p:spPr>
          <a:xfrm>
            <a:off x="269669" y="1156648"/>
            <a:ext cx="8686674" cy="3527759"/>
          </a:xfrm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135255" marR="0" lvl="0" indent="-17145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268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6016683" cy="361836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5" name="Bildplatzhalter 5"/>
          <p:cNvSpPr>
            <a:spLocks noGrp="1"/>
          </p:cNvSpPr>
          <p:nvPr>
            <p:ph type="pic" sz="quarter" idx="22"/>
          </p:nvPr>
        </p:nvSpPr>
        <p:spPr>
          <a:xfrm>
            <a:off x="6293072" y="1044055"/>
            <a:ext cx="2640369" cy="3638834"/>
          </a:xfrm>
          <a:custGeom>
            <a:avLst/>
            <a:gdLst>
              <a:gd name="connsiteX0" fmla="*/ 0 w 2692400"/>
              <a:gd name="connsiteY0" fmla="*/ 5308600 h 5308600"/>
              <a:gd name="connsiteX1" fmla="*/ 0 w 2692400"/>
              <a:gd name="connsiteY1" fmla="*/ 0 h 5308600"/>
              <a:gd name="connsiteX2" fmla="*/ 2692400 w 2692400"/>
              <a:gd name="connsiteY2" fmla="*/ 0 h 5308600"/>
              <a:gd name="connsiteX3" fmla="*/ 2692400 w 2692400"/>
              <a:gd name="connsiteY3" fmla="*/ 5308600 h 5308600"/>
              <a:gd name="connsiteX4" fmla="*/ 0 w 2692400"/>
              <a:gd name="connsiteY4" fmla="*/ 5308600 h 5308600"/>
              <a:gd name="connsiteX0-1" fmla="*/ 0 w 2692400"/>
              <a:gd name="connsiteY0-2" fmla="*/ 5308600 h 5308600"/>
              <a:gd name="connsiteX1-3" fmla="*/ 0 w 2692400"/>
              <a:gd name="connsiteY1-4" fmla="*/ 0 h 5308600"/>
              <a:gd name="connsiteX2-5" fmla="*/ 2692400 w 2692400"/>
              <a:gd name="connsiteY2-6" fmla="*/ 919163 h 5308600"/>
              <a:gd name="connsiteX3-7" fmla="*/ 2692400 w 2692400"/>
              <a:gd name="connsiteY3-8" fmla="*/ 5308600 h 5308600"/>
              <a:gd name="connsiteX4-9" fmla="*/ 0 w 2692400"/>
              <a:gd name="connsiteY4-10" fmla="*/ 5308600 h 5308600"/>
              <a:gd name="connsiteX0-11" fmla="*/ 0 w 2692400"/>
              <a:gd name="connsiteY0-12" fmla="*/ 5308600 h 5308600"/>
              <a:gd name="connsiteX1-13" fmla="*/ 0 w 2692400"/>
              <a:gd name="connsiteY1-14" fmla="*/ 0 h 5308600"/>
              <a:gd name="connsiteX2-15" fmla="*/ 2692400 w 2692400"/>
              <a:gd name="connsiteY2-16" fmla="*/ 923925 h 5308600"/>
              <a:gd name="connsiteX3-17" fmla="*/ 2692400 w 2692400"/>
              <a:gd name="connsiteY3-18" fmla="*/ 5308600 h 5308600"/>
              <a:gd name="connsiteX4-19" fmla="*/ 0 w 2692400"/>
              <a:gd name="connsiteY4-20" fmla="*/ 5308600 h 5308600"/>
              <a:gd name="connsiteX0-21" fmla="*/ 0 w 2692400"/>
              <a:gd name="connsiteY0-22" fmla="*/ 4362450 h 5308600"/>
              <a:gd name="connsiteX1-23" fmla="*/ 0 w 2692400"/>
              <a:gd name="connsiteY1-24" fmla="*/ 0 h 5308600"/>
              <a:gd name="connsiteX2-25" fmla="*/ 2692400 w 2692400"/>
              <a:gd name="connsiteY2-26" fmla="*/ 923925 h 5308600"/>
              <a:gd name="connsiteX3-27" fmla="*/ 2692400 w 2692400"/>
              <a:gd name="connsiteY3-28" fmla="*/ 5308600 h 5308600"/>
              <a:gd name="connsiteX4-29" fmla="*/ 0 w 2692400"/>
              <a:gd name="connsiteY4-30" fmla="*/ 4362450 h 5308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2400" h="5308600">
                <a:moveTo>
                  <a:pt x="0" y="4362450"/>
                </a:moveTo>
                <a:lnTo>
                  <a:pt x="0" y="0"/>
                </a:lnTo>
                <a:lnTo>
                  <a:pt x="2692400" y="923925"/>
                </a:lnTo>
                <a:lnTo>
                  <a:pt x="2692400" y="5308600"/>
                </a:lnTo>
                <a:lnTo>
                  <a:pt x="0" y="4362450"/>
                </a:lnTo>
                <a:close/>
              </a:path>
            </a:pathLst>
          </a:custGeom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0" indent="0">
              <a:buNone/>
              <a:defRPr baseline="0"/>
            </a:lvl1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Click icon to add picture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&amp; 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2292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6016683" cy="361836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5" name="Bildplatzhalter 5"/>
          <p:cNvSpPr>
            <a:spLocks noGrp="1"/>
          </p:cNvSpPr>
          <p:nvPr>
            <p:ph type="pic" sz="quarter" idx="22"/>
          </p:nvPr>
        </p:nvSpPr>
        <p:spPr>
          <a:xfrm>
            <a:off x="6293072" y="1044055"/>
            <a:ext cx="2640369" cy="3638834"/>
          </a:xfrm>
          <a:custGeom>
            <a:avLst/>
            <a:gdLst>
              <a:gd name="connsiteX0" fmla="*/ 0 w 2692400"/>
              <a:gd name="connsiteY0" fmla="*/ 5308600 h 5308600"/>
              <a:gd name="connsiteX1" fmla="*/ 0 w 2692400"/>
              <a:gd name="connsiteY1" fmla="*/ 0 h 5308600"/>
              <a:gd name="connsiteX2" fmla="*/ 2692400 w 2692400"/>
              <a:gd name="connsiteY2" fmla="*/ 0 h 5308600"/>
              <a:gd name="connsiteX3" fmla="*/ 2692400 w 2692400"/>
              <a:gd name="connsiteY3" fmla="*/ 5308600 h 5308600"/>
              <a:gd name="connsiteX4" fmla="*/ 0 w 2692400"/>
              <a:gd name="connsiteY4" fmla="*/ 5308600 h 5308600"/>
              <a:gd name="connsiteX0-1" fmla="*/ 0 w 2692400"/>
              <a:gd name="connsiteY0-2" fmla="*/ 5308600 h 5308600"/>
              <a:gd name="connsiteX1-3" fmla="*/ 0 w 2692400"/>
              <a:gd name="connsiteY1-4" fmla="*/ 0 h 5308600"/>
              <a:gd name="connsiteX2-5" fmla="*/ 2692400 w 2692400"/>
              <a:gd name="connsiteY2-6" fmla="*/ 919163 h 5308600"/>
              <a:gd name="connsiteX3-7" fmla="*/ 2692400 w 2692400"/>
              <a:gd name="connsiteY3-8" fmla="*/ 5308600 h 5308600"/>
              <a:gd name="connsiteX4-9" fmla="*/ 0 w 2692400"/>
              <a:gd name="connsiteY4-10" fmla="*/ 5308600 h 5308600"/>
              <a:gd name="connsiteX0-11" fmla="*/ 0 w 2692400"/>
              <a:gd name="connsiteY0-12" fmla="*/ 5308600 h 5308600"/>
              <a:gd name="connsiteX1-13" fmla="*/ 0 w 2692400"/>
              <a:gd name="connsiteY1-14" fmla="*/ 0 h 5308600"/>
              <a:gd name="connsiteX2-15" fmla="*/ 2692400 w 2692400"/>
              <a:gd name="connsiteY2-16" fmla="*/ 923925 h 5308600"/>
              <a:gd name="connsiteX3-17" fmla="*/ 2692400 w 2692400"/>
              <a:gd name="connsiteY3-18" fmla="*/ 5308600 h 5308600"/>
              <a:gd name="connsiteX4-19" fmla="*/ 0 w 2692400"/>
              <a:gd name="connsiteY4-20" fmla="*/ 5308600 h 5308600"/>
              <a:gd name="connsiteX0-21" fmla="*/ 0 w 2692400"/>
              <a:gd name="connsiteY0-22" fmla="*/ 4362450 h 5308600"/>
              <a:gd name="connsiteX1-23" fmla="*/ 0 w 2692400"/>
              <a:gd name="connsiteY1-24" fmla="*/ 0 h 5308600"/>
              <a:gd name="connsiteX2-25" fmla="*/ 2692400 w 2692400"/>
              <a:gd name="connsiteY2-26" fmla="*/ 923925 h 5308600"/>
              <a:gd name="connsiteX3-27" fmla="*/ 2692400 w 2692400"/>
              <a:gd name="connsiteY3-28" fmla="*/ 5308600 h 5308600"/>
              <a:gd name="connsiteX4-29" fmla="*/ 0 w 2692400"/>
              <a:gd name="connsiteY4-30" fmla="*/ 4362450 h 5308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2400" h="5308600">
                <a:moveTo>
                  <a:pt x="0" y="4362450"/>
                </a:moveTo>
                <a:lnTo>
                  <a:pt x="0" y="0"/>
                </a:lnTo>
                <a:lnTo>
                  <a:pt x="2692400" y="923925"/>
                </a:lnTo>
                <a:lnTo>
                  <a:pt x="2692400" y="5308600"/>
                </a:lnTo>
                <a:lnTo>
                  <a:pt x="0" y="4362450"/>
                </a:lnTo>
                <a:close/>
              </a:path>
            </a:pathLst>
          </a:custGeom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0" indent="0">
              <a:buNone/>
              <a:defRPr baseline="0"/>
            </a:lvl1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Click icon to add picture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316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81688" y="1115705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6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4640441" y="1115704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85003" y="462804"/>
            <a:ext cx="8458674" cy="5710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4340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81688" y="1115705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6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4640441" y="1115704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85003" y="462804"/>
            <a:ext cx="8458674" cy="5710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364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474767" y="474720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6388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474767" y="474720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22"/>
          <p:cNvSpPr/>
          <p:nvPr/>
        </p:nvSpPr>
        <p:spPr>
          <a:xfrm rot="10800000">
            <a:off x="3484563" y="0"/>
            <a:ext cx="5676900" cy="51435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htwinkliges Dreieck 22"/>
          <p:cNvSpPr/>
          <p:nvPr/>
        </p:nvSpPr>
        <p:spPr>
          <a:xfrm>
            <a:off x="0" y="3470275"/>
            <a:ext cx="1755775" cy="1673225"/>
          </a:xfrm>
          <a:prstGeom prst="rt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73075" y="3260725"/>
            <a:ext cx="4386263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ABM Knowledgeware Limited.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Corporate Office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ABM House, Plot No. 268,Linking Road, Bandra West,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Mumbai-400 050.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Tel:  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+91 22 4290 9700 </a:t>
            </a: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Email: 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egovernance@abmindia.com</a:t>
            </a: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Web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www.abmindia.com</a:t>
            </a: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EA00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altLang="en-US" sz="500" b="1" i="0" u="none" strike="noStrike" kern="1200" cap="none" spc="0" normalizeH="0" baseline="0" noProof="0">
              <a:ln>
                <a:noFill/>
              </a:ln>
              <a:solidFill>
                <a:srgbClr val="EA008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Right Triangle 5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437" name="Picture 6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platzhalter 2"/>
          <p:cNvSpPr>
            <a:spLocks noGrp="1"/>
          </p:cNvSpPr>
          <p:nvPr>
            <p:ph type="body" sz="quarter" idx="22"/>
          </p:nvPr>
        </p:nvSpPr>
        <p:spPr>
          <a:xfrm rot="5400000">
            <a:off x="1263870" y="482194"/>
            <a:ext cx="3398674" cy="5923937"/>
          </a:xfrm>
          <a:custGeom>
            <a:avLst/>
            <a:gdLst>
              <a:gd name="connsiteX0" fmla="*/ 0 w 8917307"/>
              <a:gd name="connsiteY0" fmla="*/ 5930058 h 5930058"/>
              <a:gd name="connsiteX1" fmla="*/ 2115192 w 8917307"/>
              <a:gd name="connsiteY1" fmla="*/ 0 h 5930058"/>
              <a:gd name="connsiteX2" fmla="*/ 8917307 w 8917307"/>
              <a:gd name="connsiteY2" fmla="*/ 0 h 5930058"/>
              <a:gd name="connsiteX3" fmla="*/ 6802115 w 8917307"/>
              <a:gd name="connsiteY3" fmla="*/ 5930058 h 5930058"/>
              <a:gd name="connsiteX4" fmla="*/ 0 w 8917307"/>
              <a:gd name="connsiteY4" fmla="*/ 5930058 h 5930058"/>
              <a:gd name="connsiteX0-1" fmla="*/ 0 w 8917307"/>
              <a:gd name="connsiteY0-2" fmla="*/ 5930058 h 5930058"/>
              <a:gd name="connsiteX1-3" fmla="*/ 2115192 w 8917307"/>
              <a:gd name="connsiteY1-4" fmla="*/ 0 h 5930058"/>
              <a:gd name="connsiteX2-5" fmla="*/ 8917307 w 8917307"/>
              <a:gd name="connsiteY2-6" fmla="*/ 0 h 5930058"/>
              <a:gd name="connsiteX3-7" fmla="*/ 4528818 w 8917307"/>
              <a:gd name="connsiteY3-8" fmla="*/ 5930058 h 5930058"/>
              <a:gd name="connsiteX4-9" fmla="*/ 0 w 8917307"/>
              <a:gd name="connsiteY4-10" fmla="*/ 5930058 h 5930058"/>
              <a:gd name="connsiteX0-11" fmla="*/ 0 w 4561210"/>
              <a:gd name="connsiteY0-12" fmla="*/ 5930059 h 5930059"/>
              <a:gd name="connsiteX1-13" fmla="*/ 2115192 w 4561210"/>
              <a:gd name="connsiteY1-14" fmla="*/ 1 h 5930059"/>
              <a:gd name="connsiteX2-15" fmla="*/ 4561210 w 4561210"/>
              <a:gd name="connsiteY2-16" fmla="*/ 0 h 5930059"/>
              <a:gd name="connsiteX3-17" fmla="*/ 4528818 w 4561210"/>
              <a:gd name="connsiteY3-18" fmla="*/ 5930059 h 5930059"/>
              <a:gd name="connsiteX4-19" fmla="*/ 0 w 4561210"/>
              <a:gd name="connsiteY4-20" fmla="*/ 5930059 h 5930059"/>
              <a:gd name="connsiteX0-21" fmla="*/ 0 w 3008635"/>
              <a:gd name="connsiteY0-22" fmla="*/ 5893807 h 5930059"/>
              <a:gd name="connsiteX1-23" fmla="*/ 562617 w 3008635"/>
              <a:gd name="connsiteY1-24" fmla="*/ 1 h 5930059"/>
              <a:gd name="connsiteX2-25" fmla="*/ 3008635 w 3008635"/>
              <a:gd name="connsiteY2-26" fmla="*/ 0 h 5930059"/>
              <a:gd name="connsiteX3-27" fmla="*/ 2976243 w 3008635"/>
              <a:gd name="connsiteY3-28" fmla="*/ 5930059 h 5930059"/>
              <a:gd name="connsiteX4-29" fmla="*/ 0 w 3008635"/>
              <a:gd name="connsiteY4-30" fmla="*/ 5893807 h 5930059"/>
              <a:gd name="connsiteX0-31" fmla="*/ 0 w 3008635"/>
              <a:gd name="connsiteY0-32" fmla="*/ 5893807 h 5930055"/>
              <a:gd name="connsiteX1-33" fmla="*/ 562617 w 3008635"/>
              <a:gd name="connsiteY1-34" fmla="*/ 1 h 5930055"/>
              <a:gd name="connsiteX2-35" fmla="*/ 3008635 w 3008635"/>
              <a:gd name="connsiteY2-36" fmla="*/ 0 h 5930055"/>
              <a:gd name="connsiteX3-37" fmla="*/ 2985770 w 3008635"/>
              <a:gd name="connsiteY3-38" fmla="*/ 5930057 h 5930055"/>
              <a:gd name="connsiteX4-39" fmla="*/ 0 w 3008635"/>
              <a:gd name="connsiteY4-40" fmla="*/ 5893807 h 5930055"/>
              <a:gd name="connsiteX0-41" fmla="*/ 0 w 2994348"/>
              <a:gd name="connsiteY0-42" fmla="*/ 5884745 h 5930059"/>
              <a:gd name="connsiteX1-43" fmla="*/ 548330 w 2994348"/>
              <a:gd name="connsiteY1-44" fmla="*/ 1 h 5930059"/>
              <a:gd name="connsiteX2-45" fmla="*/ 2994348 w 2994348"/>
              <a:gd name="connsiteY2-46" fmla="*/ 0 h 5930059"/>
              <a:gd name="connsiteX3-47" fmla="*/ 2971483 w 2994348"/>
              <a:gd name="connsiteY3-48" fmla="*/ 5930057 h 5930059"/>
              <a:gd name="connsiteX4-49" fmla="*/ 0 w 2994348"/>
              <a:gd name="connsiteY4-50" fmla="*/ 5884745 h 5930059"/>
              <a:gd name="connsiteX0-51" fmla="*/ 0 w 2999111"/>
              <a:gd name="connsiteY0-52" fmla="*/ 5911931 h 5930055"/>
              <a:gd name="connsiteX1-53" fmla="*/ 553093 w 2999111"/>
              <a:gd name="connsiteY1-54" fmla="*/ 1 h 5930055"/>
              <a:gd name="connsiteX2-55" fmla="*/ 2999111 w 2999111"/>
              <a:gd name="connsiteY2-56" fmla="*/ 0 h 5930055"/>
              <a:gd name="connsiteX3-57" fmla="*/ 2976246 w 2999111"/>
              <a:gd name="connsiteY3-58" fmla="*/ 5930057 h 5930055"/>
              <a:gd name="connsiteX4-59" fmla="*/ 0 w 2999111"/>
              <a:gd name="connsiteY4-60" fmla="*/ 5911931 h 5930055"/>
              <a:gd name="connsiteX0-61" fmla="*/ 0 w 3761036"/>
              <a:gd name="connsiteY0-62" fmla="*/ 5924582 h 5930056"/>
              <a:gd name="connsiteX1-63" fmla="*/ 1315018 w 3761036"/>
              <a:gd name="connsiteY1-64" fmla="*/ 1 h 5930056"/>
              <a:gd name="connsiteX2-65" fmla="*/ 3761036 w 3761036"/>
              <a:gd name="connsiteY2-66" fmla="*/ 0 h 5930056"/>
              <a:gd name="connsiteX3-67" fmla="*/ 3738171 w 3761036"/>
              <a:gd name="connsiteY3-68" fmla="*/ 5930057 h 5930056"/>
              <a:gd name="connsiteX4-69" fmla="*/ 0 w 3761036"/>
              <a:gd name="connsiteY4-70" fmla="*/ 5924582 h 5930056"/>
              <a:gd name="connsiteX0-71" fmla="*/ 0 w 3761036"/>
              <a:gd name="connsiteY0-72" fmla="*/ 6020245 h 6025720"/>
              <a:gd name="connsiteX1-73" fmla="*/ 1294065 w 3761036"/>
              <a:gd name="connsiteY1-74" fmla="*/ 0 h 6025720"/>
              <a:gd name="connsiteX2-75" fmla="*/ 3761036 w 3761036"/>
              <a:gd name="connsiteY2-76" fmla="*/ 95663 h 6025720"/>
              <a:gd name="connsiteX3-77" fmla="*/ 3738171 w 3761036"/>
              <a:gd name="connsiteY3-78" fmla="*/ 6025720 h 6025720"/>
              <a:gd name="connsiteX4-79" fmla="*/ 0 w 3761036"/>
              <a:gd name="connsiteY4-80" fmla="*/ 6020245 h 6025720"/>
              <a:gd name="connsiteX0-81" fmla="*/ 0 w 3754750"/>
              <a:gd name="connsiteY0-82" fmla="*/ 6020245 h 6025720"/>
              <a:gd name="connsiteX1-83" fmla="*/ 1294065 w 3754750"/>
              <a:gd name="connsiteY1-84" fmla="*/ 0 h 6025720"/>
              <a:gd name="connsiteX2-85" fmla="*/ 3754750 w 3754750"/>
              <a:gd name="connsiteY2-86" fmla="*/ 33046 h 6025720"/>
              <a:gd name="connsiteX3-87" fmla="*/ 3738171 w 3754750"/>
              <a:gd name="connsiteY3-88" fmla="*/ 6025720 h 6025720"/>
              <a:gd name="connsiteX4-89" fmla="*/ 0 w 3754750"/>
              <a:gd name="connsiteY4-90" fmla="*/ 6020245 h 6025720"/>
              <a:gd name="connsiteX0-91" fmla="*/ 0 w 3761036"/>
              <a:gd name="connsiteY0-92" fmla="*/ 6020245 h 6025720"/>
              <a:gd name="connsiteX1-93" fmla="*/ 1294065 w 3761036"/>
              <a:gd name="connsiteY1-94" fmla="*/ 0 h 6025720"/>
              <a:gd name="connsiteX2-95" fmla="*/ 3761036 w 3761036"/>
              <a:gd name="connsiteY2-96" fmla="*/ 22610 h 6025720"/>
              <a:gd name="connsiteX3-97" fmla="*/ 3738171 w 3761036"/>
              <a:gd name="connsiteY3-98" fmla="*/ 6025720 h 6025720"/>
              <a:gd name="connsiteX4-99" fmla="*/ 0 w 3761036"/>
              <a:gd name="connsiteY4-100" fmla="*/ 6020245 h 6025720"/>
              <a:gd name="connsiteX0-101" fmla="*/ 0 w 3740292"/>
              <a:gd name="connsiteY0-102" fmla="*/ 6020245 h 6025720"/>
              <a:gd name="connsiteX1-103" fmla="*/ 1294065 w 3740292"/>
              <a:gd name="connsiteY1-104" fmla="*/ 0 h 6025720"/>
              <a:gd name="connsiteX2-105" fmla="*/ 3737464 w 3740292"/>
              <a:gd name="connsiteY2-106" fmla="*/ 19349 h 6025720"/>
              <a:gd name="connsiteX3-107" fmla="*/ 3738171 w 3740292"/>
              <a:gd name="connsiteY3-108" fmla="*/ 6025720 h 6025720"/>
              <a:gd name="connsiteX4-109" fmla="*/ 0 w 3740292"/>
              <a:gd name="connsiteY4-110" fmla="*/ 6020245 h 6025720"/>
              <a:gd name="connsiteX0-111" fmla="*/ 0 w 3740103"/>
              <a:gd name="connsiteY0-112" fmla="*/ 6020245 h 6025720"/>
              <a:gd name="connsiteX1-113" fmla="*/ 1294065 w 3740103"/>
              <a:gd name="connsiteY1-114" fmla="*/ 0 h 6025720"/>
              <a:gd name="connsiteX2-115" fmla="*/ 3735502 w 3740103"/>
              <a:gd name="connsiteY2-116" fmla="*/ 12827 h 6025720"/>
              <a:gd name="connsiteX3-117" fmla="*/ 3738171 w 3740103"/>
              <a:gd name="connsiteY3-118" fmla="*/ 6025720 h 6025720"/>
              <a:gd name="connsiteX4-119" fmla="*/ 0 w 3740103"/>
              <a:gd name="connsiteY4-120" fmla="*/ 6020245 h 6025720"/>
              <a:gd name="connsiteX0-121" fmla="*/ 0 w 3740103"/>
              <a:gd name="connsiteY0-122" fmla="*/ 6020463 h 6025938"/>
              <a:gd name="connsiteX1-123" fmla="*/ 1294065 w 3740103"/>
              <a:gd name="connsiteY1-124" fmla="*/ 218 h 6025938"/>
              <a:gd name="connsiteX2-125" fmla="*/ 3735502 w 3740103"/>
              <a:gd name="connsiteY2-126" fmla="*/ 0 h 6025938"/>
              <a:gd name="connsiteX3-127" fmla="*/ 3738171 w 3740103"/>
              <a:gd name="connsiteY3-128" fmla="*/ 6025938 h 6025938"/>
              <a:gd name="connsiteX4-129" fmla="*/ 0 w 3740103"/>
              <a:gd name="connsiteY4-130" fmla="*/ 6020463 h 6025938"/>
              <a:gd name="connsiteX0-131" fmla="*/ 0 w 3741397"/>
              <a:gd name="connsiteY0-132" fmla="*/ 6023725 h 6029200"/>
              <a:gd name="connsiteX1-133" fmla="*/ 1294065 w 3741397"/>
              <a:gd name="connsiteY1-134" fmla="*/ 3480 h 6029200"/>
              <a:gd name="connsiteX2-135" fmla="*/ 3741397 w 3741397"/>
              <a:gd name="connsiteY2-136" fmla="*/ 0 h 6029200"/>
              <a:gd name="connsiteX3-137" fmla="*/ 3738171 w 3741397"/>
              <a:gd name="connsiteY3-138" fmla="*/ 6029200 h 6029200"/>
              <a:gd name="connsiteX4-139" fmla="*/ 0 w 3741397"/>
              <a:gd name="connsiteY4-140" fmla="*/ 6023725 h 6029200"/>
              <a:gd name="connsiteX0-141" fmla="*/ 0 w 3747290"/>
              <a:gd name="connsiteY0-142" fmla="*/ 6023725 h 6029200"/>
              <a:gd name="connsiteX1-143" fmla="*/ 1294065 w 3747290"/>
              <a:gd name="connsiteY1-144" fmla="*/ 3480 h 6029200"/>
              <a:gd name="connsiteX2-145" fmla="*/ 3747290 w 3747290"/>
              <a:gd name="connsiteY2-146" fmla="*/ 0 h 6029200"/>
              <a:gd name="connsiteX3-147" fmla="*/ 3738171 w 3747290"/>
              <a:gd name="connsiteY3-148" fmla="*/ 6029200 h 6029200"/>
              <a:gd name="connsiteX4-149" fmla="*/ 0 w 3747290"/>
              <a:gd name="connsiteY4-150" fmla="*/ 6023725 h 6029200"/>
              <a:gd name="connsiteX0-151" fmla="*/ 0 w 3743362"/>
              <a:gd name="connsiteY0-152" fmla="*/ 6023725 h 6029200"/>
              <a:gd name="connsiteX1-153" fmla="*/ 1294065 w 3743362"/>
              <a:gd name="connsiteY1-154" fmla="*/ 3480 h 6029200"/>
              <a:gd name="connsiteX2-155" fmla="*/ 3743362 w 3743362"/>
              <a:gd name="connsiteY2-156" fmla="*/ 0 h 6029200"/>
              <a:gd name="connsiteX3-157" fmla="*/ 3738171 w 3743362"/>
              <a:gd name="connsiteY3-158" fmla="*/ 6029200 h 6029200"/>
              <a:gd name="connsiteX4-159" fmla="*/ 0 w 3743362"/>
              <a:gd name="connsiteY4-160" fmla="*/ 6023725 h 6029200"/>
              <a:gd name="connsiteX0-161" fmla="*/ 0 w 3740103"/>
              <a:gd name="connsiteY0-162" fmla="*/ 6023725 h 6029200"/>
              <a:gd name="connsiteX1-163" fmla="*/ 1294065 w 3740103"/>
              <a:gd name="connsiteY1-164" fmla="*/ 3480 h 6029200"/>
              <a:gd name="connsiteX2-165" fmla="*/ 3735505 w 3740103"/>
              <a:gd name="connsiteY2-166" fmla="*/ 0 h 6029200"/>
              <a:gd name="connsiteX3-167" fmla="*/ 3738171 w 3740103"/>
              <a:gd name="connsiteY3-168" fmla="*/ 6029200 h 6029200"/>
              <a:gd name="connsiteX4-169" fmla="*/ 0 w 3740103"/>
              <a:gd name="connsiteY4-170" fmla="*/ 6023725 h 6029200"/>
              <a:gd name="connsiteX0-171" fmla="*/ 0 w 3740103"/>
              <a:gd name="connsiteY0-172" fmla="*/ 6023726 h 6029201"/>
              <a:gd name="connsiteX1-173" fmla="*/ 1294065 w 3740103"/>
              <a:gd name="connsiteY1-174" fmla="*/ 3481 h 6029201"/>
              <a:gd name="connsiteX2-175" fmla="*/ 3735508 w 3740103"/>
              <a:gd name="connsiteY2-176" fmla="*/ 0 h 6029201"/>
              <a:gd name="connsiteX3-177" fmla="*/ 3738171 w 3740103"/>
              <a:gd name="connsiteY3-178" fmla="*/ 6029201 h 6029201"/>
              <a:gd name="connsiteX4-179" fmla="*/ 0 w 3740103"/>
              <a:gd name="connsiteY4-180" fmla="*/ 6023726 h 6029201"/>
              <a:gd name="connsiteX0-181" fmla="*/ 0 w 3740727"/>
              <a:gd name="connsiteY0-182" fmla="*/ 6023726 h 6029201"/>
              <a:gd name="connsiteX1-183" fmla="*/ 1294065 w 3740727"/>
              <a:gd name="connsiteY1-184" fmla="*/ 3481 h 6029201"/>
              <a:gd name="connsiteX2-185" fmla="*/ 3735508 w 3740727"/>
              <a:gd name="connsiteY2-186" fmla="*/ 0 h 6029201"/>
              <a:gd name="connsiteX3-187" fmla="*/ 3738171 w 3740727"/>
              <a:gd name="connsiteY3-188" fmla="*/ 6029201 h 6029201"/>
              <a:gd name="connsiteX4-189" fmla="*/ 0 w 3740727"/>
              <a:gd name="connsiteY4-190" fmla="*/ 6023726 h 6029201"/>
              <a:gd name="connsiteX0-191" fmla="*/ 0 w 3740728"/>
              <a:gd name="connsiteY0-192" fmla="*/ 6023726 h 6029201"/>
              <a:gd name="connsiteX1-193" fmla="*/ 1294065 w 3740728"/>
              <a:gd name="connsiteY1-194" fmla="*/ 3481 h 6029201"/>
              <a:gd name="connsiteX2-195" fmla="*/ 3735508 w 3740728"/>
              <a:gd name="connsiteY2-196" fmla="*/ 0 h 6029201"/>
              <a:gd name="connsiteX3-197" fmla="*/ 3738171 w 3740728"/>
              <a:gd name="connsiteY3-198" fmla="*/ 6029201 h 6029201"/>
              <a:gd name="connsiteX4-199" fmla="*/ 0 w 3740728"/>
              <a:gd name="connsiteY4-200" fmla="*/ 6023726 h 6029201"/>
              <a:gd name="connsiteX0-201" fmla="*/ 0 w 3738171"/>
              <a:gd name="connsiteY0-202" fmla="*/ 6023726 h 6029201"/>
              <a:gd name="connsiteX1-203" fmla="*/ 1294065 w 3738171"/>
              <a:gd name="connsiteY1-204" fmla="*/ 3481 h 6029201"/>
              <a:gd name="connsiteX2-205" fmla="*/ 3735508 w 3738171"/>
              <a:gd name="connsiteY2-206" fmla="*/ 0 h 6029201"/>
              <a:gd name="connsiteX3-207" fmla="*/ 3738171 w 3738171"/>
              <a:gd name="connsiteY3-208" fmla="*/ 6029201 h 6029201"/>
              <a:gd name="connsiteX4-209" fmla="*/ 0 w 3738171"/>
              <a:gd name="connsiteY4-210" fmla="*/ 6023726 h 6029201"/>
              <a:gd name="connsiteX0-211" fmla="*/ 0 w 3738171"/>
              <a:gd name="connsiteY0-212" fmla="*/ 6023726 h 6029201"/>
              <a:gd name="connsiteX1-213" fmla="*/ 1294065 w 3738171"/>
              <a:gd name="connsiteY1-214" fmla="*/ 3481 h 6029201"/>
              <a:gd name="connsiteX2-215" fmla="*/ 3735508 w 3738171"/>
              <a:gd name="connsiteY2-216" fmla="*/ 0 h 6029201"/>
              <a:gd name="connsiteX3-217" fmla="*/ 3738171 w 3738171"/>
              <a:gd name="connsiteY3-218" fmla="*/ 6029201 h 6029201"/>
              <a:gd name="connsiteX4-219" fmla="*/ 0 w 3738171"/>
              <a:gd name="connsiteY4-220" fmla="*/ 6023726 h 6029201"/>
              <a:gd name="connsiteX0-221" fmla="*/ 0 w 3738171"/>
              <a:gd name="connsiteY0-222" fmla="*/ 6023727 h 6029202"/>
              <a:gd name="connsiteX1-223" fmla="*/ 1294065 w 3738171"/>
              <a:gd name="connsiteY1-224" fmla="*/ 3482 h 6029202"/>
              <a:gd name="connsiteX2-225" fmla="*/ 3735510 w 3738171"/>
              <a:gd name="connsiteY2-226" fmla="*/ 0 h 6029202"/>
              <a:gd name="connsiteX3-227" fmla="*/ 3738171 w 3738171"/>
              <a:gd name="connsiteY3-228" fmla="*/ 6029202 h 6029202"/>
              <a:gd name="connsiteX4-229" fmla="*/ 0 w 3738171"/>
              <a:gd name="connsiteY4-230" fmla="*/ 6023727 h 6029202"/>
              <a:gd name="connsiteX0-231" fmla="*/ 0 w 3738171"/>
              <a:gd name="connsiteY0-232" fmla="*/ 6023727 h 6029202"/>
              <a:gd name="connsiteX1-233" fmla="*/ 1294065 w 3738171"/>
              <a:gd name="connsiteY1-234" fmla="*/ 3482 h 6029202"/>
              <a:gd name="connsiteX2-235" fmla="*/ 3735510 w 3738171"/>
              <a:gd name="connsiteY2-236" fmla="*/ 0 h 6029202"/>
              <a:gd name="connsiteX3-237" fmla="*/ 3738171 w 3738171"/>
              <a:gd name="connsiteY3-238" fmla="*/ 6029202 h 6029202"/>
              <a:gd name="connsiteX4-239" fmla="*/ 0 w 3738171"/>
              <a:gd name="connsiteY4-240" fmla="*/ 6023727 h 6029202"/>
              <a:gd name="connsiteX0-241" fmla="*/ 0 w 3738171"/>
              <a:gd name="connsiteY0-242" fmla="*/ 6020465 h 6025940"/>
              <a:gd name="connsiteX1-243" fmla="*/ 1294065 w 3738171"/>
              <a:gd name="connsiteY1-244" fmla="*/ 220 h 6025940"/>
              <a:gd name="connsiteX2-245" fmla="*/ 3735510 w 3738171"/>
              <a:gd name="connsiteY2-246" fmla="*/ 0 h 6025940"/>
              <a:gd name="connsiteX3-247" fmla="*/ 3738171 w 3738171"/>
              <a:gd name="connsiteY3-248" fmla="*/ 6025940 h 6025940"/>
              <a:gd name="connsiteX4-249" fmla="*/ 0 w 3738171"/>
              <a:gd name="connsiteY4-250" fmla="*/ 6020465 h 6025940"/>
              <a:gd name="connsiteX0-251" fmla="*/ 0 w 3738171"/>
              <a:gd name="connsiteY0-252" fmla="*/ 8138769 h 8144244"/>
              <a:gd name="connsiteX1-253" fmla="*/ 1740362 w 3738171"/>
              <a:gd name="connsiteY1-254" fmla="*/ 0 h 8144244"/>
              <a:gd name="connsiteX2-255" fmla="*/ 3735510 w 3738171"/>
              <a:gd name="connsiteY2-256" fmla="*/ 2118304 h 8144244"/>
              <a:gd name="connsiteX3-257" fmla="*/ 3738171 w 3738171"/>
              <a:gd name="connsiteY3-258" fmla="*/ 8144244 h 8144244"/>
              <a:gd name="connsiteX4-259" fmla="*/ 0 w 3738171"/>
              <a:gd name="connsiteY4-260" fmla="*/ 8138769 h 8144244"/>
              <a:gd name="connsiteX0-261" fmla="*/ 0 w 3738171"/>
              <a:gd name="connsiteY0-262" fmla="*/ 8138769 h 8144244"/>
              <a:gd name="connsiteX1-263" fmla="*/ 1740362 w 3738171"/>
              <a:gd name="connsiteY1-264" fmla="*/ 0 h 8144244"/>
              <a:gd name="connsiteX2-265" fmla="*/ 3729226 w 3738171"/>
              <a:gd name="connsiteY2-266" fmla="*/ 20651 h 8144244"/>
              <a:gd name="connsiteX3-267" fmla="*/ 3738171 w 3738171"/>
              <a:gd name="connsiteY3-268" fmla="*/ 8144244 h 8144244"/>
              <a:gd name="connsiteX4-269" fmla="*/ 0 w 3738171"/>
              <a:gd name="connsiteY4-270" fmla="*/ 8138769 h 8144244"/>
              <a:gd name="connsiteX0-271" fmla="*/ 0 w 3738171"/>
              <a:gd name="connsiteY0-272" fmla="*/ 8138989 h 8144464"/>
              <a:gd name="connsiteX1-273" fmla="*/ 1740362 w 3738171"/>
              <a:gd name="connsiteY1-274" fmla="*/ 220 h 8144464"/>
              <a:gd name="connsiteX2-275" fmla="*/ 3722943 w 3738171"/>
              <a:gd name="connsiteY2-276" fmla="*/ -1 h 8144464"/>
              <a:gd name="connsiteX3-277" fmla="*/ 3738171 w 3738171"/>
              <a:gd name="connsiteY3-278" fmla="*/ 8144464 h 8144464"/>
              <a:gd name="connsiteX4-279" fmla="*/ 0 w 3738171"/>
              <a:gd name="connsiteY4-280" fmla="*/ 8138989 h 8144464"/>
              <a:gd name="connsiteX0-281" fmla="*/ 0 w 3738171"/>
              <a:gd name="connsiteY0-282" fmla="*/ 8138990 h 8144465"/>
              <a:gd name="connsiteX1-283" fmla="*/ 1740362 w 3738171"/>
              <a:gd name="connsiteY1-284" fmla="*/ 221 h 8144465"/>
              <a:gd name="connsiteX2-285" fmla="*/ 3735515 w 3738171"/>
              <a:gd name="connsiteY2-286" fmla="*/ 0 h 8144465"/>
              <a:gd name="connsiteX3-287" fmla="*/ 3738171 w 3738171"/>
              <a:gd name="connsiteY3-288" fmla="*/ 8144465 h 8144465"/>
              <a:gd name="connsiteX4-289" fmla="*/ 0 w 3738171"/>
              <a:gd name="connsiteY4-290" fmla="*/ 8138990 h 81444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38171" h="8144465">
                <a:moveTo>
                  <a:pt x="0" y="8138990"/>
                </a:moveTo>
                <a:lnTo>
                  <a:pt x="1740362" y="221"/>
                </a:lnTo>
                <a:lnTo>
                  <a:pt x="3735515" y="0"/>
                </a:lnTo>
                <a:cubicBezTo>
                  <a:pt x="3737716" y="6030452"/>
                  <a:pt x="3735974" y="2114013"/>
                  <a:pt x="3738171" y="8144465"/>
                </a:cubicBezTo>
                <a:lnTo>
                  <a:pt x="0" y="813899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  <p:txBody>
          <a:bodyPr vert="vert">
            <a:noAutofit/>
          </a:bodyPr>
          <a:lstStyle>
            <a:lvl1pPr marL="0" indent="0">
              <a:buNone/>
              <a:defRPr sz="100" baseline="0">
                <a:noFill/>
              </a:defRPr>
            </a:lvl1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/>
          <p:cNvSpPr txBox="1"/>
          <p:nvPr/>
        </p:nvSpPr>
        <p:spPr>
          <a:xfrm rot="5400000">
            <a:off x="5783161" y="2619156"/>
            <a:ext cx="1881232" cy="1480344"/>
          </a:xfrm>
          <a:prstGeom prst="parallelogram">
            <a:avLst>
              <a:gd name="adj" fmla="val 27347"/>
            </a:avLst>
          </a:prstGeom>
          <a:blipFill>
            <a:blip r:embed="rId2" cstate="email"/>
            <a:stretch>
              <a:fillRect/>
            </a:stretch>
          </a:blipFill>
        </p:spPr>
        <p:txBody>
          <a:bodyPr lIns="68580" tIns="34290" rIns="68580" bIns="3429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None/>
              <a:defRPr lang="de-DE" sz="100" kern="1200" baseline="0" dirty="0">
                <a:noFill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4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90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979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4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750" indent="-17970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de-DE" sz="100" b="0" i="0" u="none" strike="noStrike" kern="1200" cap="none" spc="0" normalizeH="0" baseline="0" noProof="0">
                <a:ln>
                  <a:noFill/>
                </a:ln>
                <a:blipFill>
                  <a:blip r:embed="rId3"/>
                  <a:stretch>
                    <a:fillRect/>
                  </a:stretch>
                </a:blip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kumimoji="0" lang="de-DE" sz="100" b="0" i="0" u="none" strike="noStrike" kern="1200" cap="none" spc="0" normalizeH="0" baseline="0" noProof="0">
              <a:ln>
                <a:noFill/>
              </a:ln>
              <a:blipFill>
                <a:blip r:embed="rId3"/>
                <a:stretch>
                  <a:fillRect/>
                </a:stretch>
              </a:blip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470275"/>
            <a:ext cx="9144000" cy="167322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5"/>
          </p:nvPr>
        </p:nvSpPr>
        <p:spPr>
          <a:xfrm rot="5400000" flipV="1">
            <a:off x="6461100" y="1235004"/>
            <a:ext cx="2493259" cy="1952100"/>
          </a:xfrm>
          <a:prstGeom prst="parallelogram">
            <a:avLst>
              <a:gd name="adj" fmla="val 27486"/>
            </a:avLst>
          </a:prstGeom>
          <a:blipFill>
            <a:blip r:embed="rId3" cstate="email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 marL="135255" indent="0">
              <a:buNone/>
              <a:defRPr sz="100">
                <a:noFill/>
              </a:defRPr>
            </a:lvl2pPr>
            <a:lvl3pPr marL="269875" indent="0">
              <a:buNone/>
              <a:defRPr sz="100">
                <a:noFill/>
              </a:defRPr>
            </a:lvl3pPr>
            <a:lvl4pPr marL="405130" indent="0">
              <a:buNone/>
              <a:defRPr sz="100">
                <a:noFill/>
              </a:defRPr>
            </a:lvl4pPr>
            <a:lvl5pPr marL="539750" indent="0">
              <a:buNone/>
              <a:defRPr sz="100">
                <a:noFill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6"/>
          </p:nvPr>
        </p:nvSpPr>
        <p:spPr>
          <a:xfrm rot="5400000">
            <a:off x="5783400" y="1226904"/>
            <a:ext cx="1881900" cy="1479600"/>
          </a:xfrm>
          <a:prstGeom prst="parallelogram">
            <a:avLst>
              <a:gd name="adj" fmla="val 27486"/>
            </a:avLst>
          </a:prstGeom>
          <a:blipFill>
            <a:blip r:embed="rId2" cstate="email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 marL="135255" indent="0">
              <a:buNone/>
              <a:defRPr sz="100">
                <a:noFill/>
              </a:defRPr>
            </a:lvl2pPr>
            <a:lvl3pPr marL="269875" indent="0">
              <a:buNone/>
              <a:defRPr sz="100">
                <a:noFill/>
              </a:defRPr>
            </a:lvl3pPr>
            <a:lvl4pPr marL="405130" indent="0">
              <a:buNone/>
              <a:defRPr sz="100">
                <a:noFill/>
              </a:defRPr>
            </a:lvl4pPr>
            <a:lvl5pPr marL="539750" indent="0">
              <a:buNone/>
              <a:defRPr sz="100">
                <a:noFill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57504" y="1414761"/>
            <a:ext cx="6355745" cy="2928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59595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>
              <a:buNone/>
              <a:defRPr sz="1700">
                <a:latin typeface="Verdana" panose="020B0604030504040204"/>
                <a:cs typeface="Verdana" panose="020B0604030504040204"/>
              </a:defRPr>
            </a:lvl2pPr>
            <a:lvl3pPr marL="685800" indent="0">
              <a:buNone/>
              <a:defRPr sz="1700">
                <a:latin typeface="Verdana" panose="020B0604030504040204"/>
                <a:cs typeface="Verdana" panose="020B0604030504040204"/>
              </a:defRPr>
            </a:lvl3pPr>
            <a:lvl4pPr marL="1028700" indent="0">
              <a:buNone/>
              <a:defRPr sz="1700">
                <a:latin typeface="Verdana" panose="020B0604030504040204"/>
                <a:cs typeface="Verdana" panose="020B0604030504040204"/>
              </a:defRPr>
            </a:lvl4pPr>
            <a:lvl5pPr marL="1371600" indent="0">
              <a:buNone/>
              <a:defRPr sz="1700">
                <a:latin typeface="Verdana" panose="020B0604030504040204"/>
                <a:cs typeface="Verdana" panose="020B0604030504040204"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505" y="512324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505" y="749529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457505" y="986735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0483" name="Picture 4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372971" y="3651870"/>
            <a:ext cx="5184000" cy="29289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1725"/>
              </a:lnSpc>
              <a:spcBef>
                <a:spcPts val="0"/>
              </a:spcBef>
              <a:buNone/>
              <a:defRPr sz="1800">
                <a:solidFill>
                  <a:srgbClr val="59595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>
              <a:buNone/>
              <a:defRPr sz="1700">
                <a:latin typeface="Verdana" panose="020B0604030504040204"/>
                <a:cs typeface="Verdana" panose="020B0604030504040204"/>
              </a:defRPr>
            </a:lvl2pPr>
            <a:lvl3pPr marL="685800" indent="0">
              <a:buNone/>
              <a:defRPr sz="1700">
                <a:latin typeface="Verdana" panose="020B0604030504040204"/>
                <a:cs typeface="Verdana" panose="020B0604030504040204"/>
              </a:defRPr>
            </a:lvl3pPr>
            <a:lvl4pPr marL="1028700" indent="0">
              <a:buNone/>
              <a:defRPr sz="1700">
                <a:latin typeface="Verdana" panose="020B0604030504040204"/>
                <a:cs typeface="Verdana" panose="020B0604030504040204"/>
              </a:defRPr>
            </a:lvl4pPr>
            <a:lvl5pPr marL="1371600" indent="0">
              <a:buNone/>
              <a:defRPr sz="1700">
                <a:latin typeface="Verdana" panose="020B0604030504040204"/>
                <a:cs typeface="Verdana" panose="020B0604030504040204"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372971" y="4127051"/>
            <a:ext cx="5184000" cy="2249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00" b="0">
                <a:solidFill>
                  <a:srgbClr val="595959"/>
                </a:solidFill>
                <a:latin typeface="Verdana" panose="020B0604030504040204"/>
                <a:cs typeface="Verdana" panose="020B0604030504040204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2"/>
          </p:nvPr>
        </p:nvSpPr>
        <p:spPr>
          <a:xfrm rot="5400000">
            <a:off x="1490007" y="250293"/>
            <a:ext cx="3403199" cy="6383215"/>
          </a:xfrm>
          <a:custGeom>
            <a:avLst/>
            <a:gdLst>
              <a:gd name="connsiteX0" fmla="*/ 0 w 8917307"/>
              <a:gd name="connsiteY0" fmla="*/ 5930058 h 5930058"/>
              <a:gd name="connsiteX1" fmla="*/ 2115192 w 8917307"/>
              <a:gd name="connsiteY1" fmla="*/ 0 h 5930058"/>
              <a:gd name="connsiteX2" fmla="*/ 8917307 w 8917307"/>
              <a:gd name="connsiteY2" fmla="*/ 0 h 5930058"/>
              <a:gd name="connsiteX3" fmla="*/ 6802115 w 8917307"/>
              <a:gd name="connsiteY3" fmla="*/ 5930058 h 5930058"/>
              <a:gd name="connsiteX4" fmla="*/ 0 w 8917307"/>
              <a:gd name="connsiteY4" fmla="*/ 5930058 h 5930058"/>
              <a:gd name="connsiteX0-1" fmla="*/ 0 w 8917307"/>
              <a:gd name="connsiteY0-2" fmla="*/ 5930058 h 5930058"/>
              <a:gd name="connsiteX1-3" fmla="*/ 2115192 w 8917307"/>
              <a:gd name="connsiteY1-4" fmla="*/ 0 h 5930058"/>
              <a:gd name="connsiteX2-5" fmla="*/ 8917307 w 8917307"/>
              <a:gd name="connsiteY2-6" fmla="*/ 0 h 5930058"/>
              <a:gd name="connsiteX3-7" fmla="*/ 4528818 w 8917307"/>
              <a:gd name="connsiteY3-8" fmla="*/ 5930058 h 5930058"/>
              <a:gd name="connsiteX4-9" fmla="*/ 0 w 8917307"/>
              <a:gd name="connsiteY4-10" fmla="*/ 5930058 h 5930058"/>
              <a:gd name="connsiteX0-11" fmla="*/ 0 w 4561210"/>
              <a:gd name="connsiteY0-12" fmla="*/ 5930059 h 5930059"/>
              <a:gd name="connsiteX1-13" fmla="*/ 2115192 w 4561210"/>
              <a:gd name="connsiteY1-14" fmla="*/ 1 h 5930059"/>
              <a:gd name="connsiteX2-15" fmla="*/ 4561210 w 4561210"/>
              <a:gd name="connsiteY2-16" fmla="*/ 0 h 5930059"/>
              <a:gd name="connsiteX3-17" fmla="*/ 4528818 w 4561210"/>
              <a:gd name="connsiteY3-18" fmla="*/ 5930059 h 5930059"/>
              <a:gd name="connsiteX4-19" fmla="*/ 0 w 4561210"/>
              <a:gd name="connsiteY4-20" fmla="*/ 5930059 h 5930059"/>
              <a:gd name="connsiteX0-21" fmla="*/ 0 w 3008635"/>
              <a:gd name="connsiteY0-22" fmla="*/ 5893807 h 5930059"/>
              <a:gd name="connsiteX1-23" fmla="*/ 562617 w 3008635"/>
              <a:gd name="connsiteY1-24" fmla="*/ 1 h 5930059"/>
              <a:gd name="connsiteX2-25" fmla="*/ 3008635 w 3008635"/>
              <a:gd name="connsiteY2-26" fmla="*/ 0 h 5930059"/>
              <a:gd name="connsiteX3-27" fmla="*/ 2976243 w 3008635"/>
              <a:gd name="connsiteY3-28" fmla="*/ 5930059 h 5930059"/>
              <a:gd name="connsiteX4-29" fmla="*/ 0 w 3008635"/>
              <a:gd name="connsiteY4-30" fmla="*/ 5893807 h 5930059"/>
              <a:gd name="connsiteX0-31" fmla="*/ 0 w 3008635"/>
              <a:gd name="connsiteY0-32" fmla="*/ 5893807 h 5930055"/>
              <a:gd name="connsiteX1-33" fmla="*/ 562617 w 3008635"/>
              <a:gd name="connsiteY1-34" fmla="*/ 1 h 5930055"/>
              <a:gd name="connsiteX2-35" fmla="*/ 3008635 w 3008635"/>
              <a:gd name="connsiteY2-36" fmla="*/ 0 h 5930055"/>
              <a:gd name="connsiteX3-37" fmla="*/ 2985770 w 3008635"/>
              <a:gd name="connsiteY3-38" fmla="*/ 5930057 h 5930055"/>
              <a:gd name="connsiteX4-39" fmla="*/ 0 w 3008635"/>
              <a:gd name="connsiteY4-40" fmla="*/ 5893807 h 5930055"/>
              <a:gd name="connsiteX0-41" fmla="*/ 0 w 2994348"/>
              <a:gd name="connsiteY0-42" fmla="*/ 5884745 h 5930059"/>
              <a:gd name="connsiteX1-43" fmla="*/ 548330 w 2994348"/>
              <a:gd name="connsiteY1-44" fmla="*/ 1 h 5930059"/>
              <a:gd name="connsiteX2-45" fmla="*/ 2994348 w 2994348"/>
              <a:gd name="connsiteY2-46" fmla="*/ 0 h 5930059"/>
              <a:gd name="connsiteX3-47" fmla="*/ 2971483 w 2994348"/>
              <a:gd name="connsiteY3-48" fmla="*/ 5930057 h 5930059"/>
              <a:gd name="connsiteX4-49" fmla="*/ 0 w 2994348"/>
              <a:gd name="connsiteY4-50" fmla="*/ 5884745 h 5930059"/>
              <a:gd name="connsiteX0-51" fmla="*/ 0 w 2999111"/>
              <a:gd name="connsiteY0-52" fmla="*/ 5911931 h 5930055"/>
              <a:gd name="connsiteX1-53" fmla="*/ 553093 w 2999111"/>
              <a:gd name="connsiteY1-54" fmla="*/ 1 h 5930055"/>
              <a:gd name="connsiteX2-55" fmla="*/ 2999111 w 2999111"/>
              <a:gd name="connsiteY2-56" fmla="*/ 0 h 5930055"/>
              <a:gd name="connsiteX3-57" fmla="*/ 2976246 w 2999111"/>
              <a:gd name="connsiteY3-58" fmla="*/ 5930057 h 5930055"/>
              <a:gd name="connsiteX4-59" fmla="*/ 0 w 2999111"/>
              <a:gd name="connsiteY4-60" fmla="*/ 5911931 h 5930055"/>
              <a:gd name="connsiteX0-61" fmla="*/ 0 w 3761036"/>
              <a:gd name="connsiteY0-62" fmla="*/ 5924582 h 5930056"/>
              <a:gd name="connsiteX1-63" fmla="*/ 1315018 w 3761036"/>
              <a:gd name="connsiteY1-64" fmla="*/ 1 h 5930056"/>
              <a:gd name="connsiteX2-65" fmla="*/ 3761036 w 3761036"/>
              <a:gd name="connsiteY2-66" fmla="*/ 0 h 5930056"/>
              <a:gd name="connsiteX3-67" fmla="*/ 3738171 w 3761036"/>
              <a:gd name="connsiteY3-68" fmla="*/ 5930057 h 5930056"/>
              <a:gd name="connsiteX4-69" fmla="*/ 0 w 3761036"/>
              <a:gd name="connsiteY4-70" fmla="*/ 5924582 h 5930056"/>
              <a:gd name="connsiteX0-71" fmla="*/ 0 w 3761036"/>
              <a:gd name="connsiteY0-72" fmla="*/ 6020245 h 6025720"/>
              <a:gd name="connsiteX1-73" fmla="*/ 1294065 w 3761036"/>
              <a:gd name="connsiteY1-74" fmla="*/ 0 h 6025720"/>
              <a:gd name="connsiteX2-75" fmla="*/ 3761036 w 3761036"/>
              <a:gd name="connsiteY2-76" fmla="*/ 95663 h 6025720"/>
              <a:gd name="connsiteX3-77" fmla="*/ 3738171 w 3761036"/>
              <a:gd name="connsiteY3-78" fmla="*/ 6025720 h 6025720"/>
              <a:gd name="connsiteX4-79" fmla="*/ 0 w 3761036"/>
              <a:gd name="connsiteY4-80" fmla="*/ 6020245 h 6025720"/>
              <a:gd name="connsiteX0-81" fmla="*/ 0 w 3754750"/>
              <a:gd name="connsiteY0-82" fmla="*/ 6020245 h 6025720"/>
              <a:gd name="connsiteX1-83" fmla="*/ 1294065 w 3754750"/>
              <a:gd name="connsiteY1-84" fmla="*/ 0 h 6025720"/>
              <a:gd name="connsiteX2-85" fmla="*/ 3754750 w 3754750"/>
              <a:gd name="connsiteY2-86" fmla="*/ 33046 h 6025720"/>
              <a:gd name="connsiteX3-87" fmla="*/ 3738171 w 3754750"/>
              <a:gd name="connsiteY3-88" fmla="*/ 6025720 h 6025720"/>
              <a:gd name="connsiteX4-89" fmla="*/ 0 w 3754750"/>
              <a:gd name="connsiteY4-90" fmla="*/ 6020245 h 6025720"/>
              <a:gd name="connsiteX0-91" fmla="*/ 0 w 3761036"/>
              <a:gd name="connsiteY0-92" fmla="*/ 6020245 h 6025720"/>
              <a:gd name="connsiteX1-93" fmla="*/ 1294065 w 3761036"/>
              <a:gd name="connsiteY1-94" fmla="*/ 0 h 6025720"/>
              <a:gd name="connsiteX2-95" fmla="*/ 3761036 w 3761036"/>
              <a:gd name="connsiteY2-96" fmla="*/ 22610 h 6025720"/>
              <a:gd name="connsiteX3-97" fmla="*/ 3738171 w 3761036"/>
              <a:gd name="connsiteY3-98" fmla="*/ 6025720 h 6025720"/>
              <a:gd name="connsiteX4-99" fmla="*/ 0 w 3761036"/>
              <a:gd name="connsiteY4-100" fmla="*/ 6020245 h 6025720"/>
              <a:gd name="connsiteX0-101" fmla="*/ 0 w 3740292"/>
              <a:gd name="connsiteY0-102" fmla="*/ 6020245 h 6025720"/>
              <a:gd name="connsiteX1-103" fmla="*/ 1294065 w 3740292"/>
              <a:gd name="connsiteY1-104" fmla="*/ 0 h 6025720"/>
              <a:gd name="connsiteX2-105" fmla="*/ 3737464 w 3740292"/>
              <a:gd name="connsiteY2-106" fmla="*/ 19349 h 6025720"/>
              <a:gd name="connsiteX3-107" fmla="*/ 3738171 w 3740292"/>
              <a:gd name="connsiteY3-108" fmla="*/ 6025720 h 6025720"/>
              <a:gd name="connsiteX4-109" fmla="*/ 0 w 3740292"/>
              <a:gd name="connsiteY4-110" fmla="*/ 6020245 h 6025720"/>
              <a:gd name="connsiteX0-111" fmla="*/ 0 w 3740103"/>
              <a:gd name="connsiteY0-112" fmla="*/ 6020245 h 6025720"/>
              <a:gd name="connsiteX1-113" fmla="*/ 1294065 w 3740103"/>
              <a:gd name="connsiteY1-114" fmla="*/ 0 h 6025720"/>
              <a:gd name="connsiteX2-115" fmla="*/ 3735502 w 3740103"/>
              <a:gd name="connsiteY2-116" fmla="*/ 12827 h 6025720"/>
              <a:gd name="connsiteX3-117" fmla="*/ 3738171 w 3740103"/>
              <a:gd name="connsiteY3-118" fmla="*/ 6025720 h 6025720"/>
              <a:gd name="connsiteX4-119" fmla="*/ 0 w 3740103"/>
              <a:gd name="connsiteY4-120" fmla="*/ 6020245 h 6025720"/>
              <a:gd name="connsiteX0-121" fmla="*/ 0 w 3740103"/>
              <a:gd name="connsiteY0-122" fmla="*/ 6020463 h 6025938"/>
              <a:gd name="connsiteX1-123" fmla="*/ 1294065 w 3740103"/>
              <a:gd name="connsiteY1-124" fmla="*/ 218 h 6025938"/>
              <a:gd name="connsiteX2-125" fmla="*/ 3735502 w 3740103"/>
              <a:gd name="connsiteY2-126" fmla="*/ 0 h 6025938"/>
              <a:gd name="connsiteX3-127" fmla="*/ 3738171 w 3740103"/>
              <a:gd name="connsiteY3-128" fmla="*/ 6025938 h 6025938"/>
              <a:gd name="connsiteX4-129" fmla="*/ 0 w 3740103"/>
              <a:gd name="connsiteY4-130" fmla="*/ 6020463 h 6025938"/>
              <a:gd name="connsiteX0-131" fmla="*/ 0 w 3741397"/>
              <a:gd name="connsiteY0-132" fmla="*/ 6023725 h 6029200"/>
              <a:gd name="connsiteX1-133" fmla="*/ 1294065 w 3741397"/>
              <a:gd name="connsiteY1-134" fmla="*/ 3480 h 6029200"/>
              <a:gd name="connsiteX2-135" fmla="*/ 3741397 w 3741397"/>
              <a:gd name="connsiteY2-136" fmla="*/ 0 h 6029200"/>
              <a:gd name="connsiteX3-137" fmla="*/ 3738171 w 3741397"/>
              <a:gd name="connsiteY3-138" fmla="*/ 6029200 h 6029200"/>
              <a:gd name="connsiteX4-139" fmla="*/ 0 w 3741397"/>
              <a:gd name="connsiteY4-140" fmla="*/ 6023725 h 6029200"/>
              <a:gd name="connsiteX0-141" fmla="*/ 0 w 3747290"/>
              <a:gd name="connsiteY0-142" fmla="*/ 6023725 h 6029200"/>
              <a:gd name="connsiteX1-143" fmla="*/ 1294065 w 3747290"/>
              <a:gd name="connsiteY1-144" fmla="*/ 3480 h 6029200"/>
              <a:gd name="connsiteX2-145" fmla="*/ 3747290 w 3747290"/>
              <a:gd name="connsiteY2-146" fmla="*/ 0 h 6029200"/>
              <a:gd name="connsiteX3-147" fmla="*/ 3738171 w 3747290"/>
              <a:gd name="connsiteY3-148" fmla="*/ 6029200 h 6029200"/>
              <a:gd name="connsiteX4-149" fmla="*/ 0 w 3747290"/>
              <a:gd name="connsiteY4-150" fmla="*/ 6023725 h 6029200"/>
              <a:gd name="connsiteX0-151" fmla="*/ 0 w 3743362"/>
              <a:gd name="connsiteY0-152" fmla="*/ 6023725 h 6029200"/>
              <a:gd name="connsiteX1-153" fmla="*/ 1294065 w 3743362"/>
              <a:gd name="connsiteY1-154" fmla="*/ 3480 h 6029200"/>
              <a:gd name="connsiteX2-155" fmla="*/ 3743362 w 3743362"/>
              <a:gd name="connsiteY2-156" fmla="*/ 0 h 6029200"/>
              <a:gd name="connsiteX3-157" fmla="*/ 3738171 w 3743362"/>
              <a:gd name="connsiteY3-158" fmla="*/ 6029200 h 6029200"/>
              <a:gd name="connsiteX4-159" fmla="*/ 0 w 3743362"/>
              <a:gd name="connsiteY4-160" fmla="*/ 6023725 h 6029200"/>
              <a:gd name="connsiteX0-161" fmla="*/ 0 w 3740103"/>
              <a:gd name="connsiteY0-162" fmla="*/ 6023725 h 6029200"/>
              <a:gd name="connsiteX1-163" fmla="*/ 1294065 w 3740103"/>
              <a:gd name="connsiteY1-164" fmla="*/ 3480 h 6029200"/>
              <a:gd name="connsiteX2-165" fmla="*/ 3735505 w 3740103"/>
              <a:gd name="connsiteY2-166" fmla="*/ 0 h 6029200"/>
              <a:gd name="connsiteX3-167" fmla="*/ 3738171 w 3740103"/>
              <a:gd name="connsiteY3-168" fmla="*/ 6029200 h 6029200"/>
              <a:gd name="connsiteX4-169" fmla="*/ 0 w 3740103"/>
              <a:gd name="connsiteY4-170" fmla="*/ 6023725 h 6029200"/>
              <a:gd name="connsiteX0-171" fmla="*/ 0 w 3740103"/>
              <a:gd name="connsiteY0-172" fmla="*/ 6023726 h 6029201"/>
              <a:gd name="connsiteX1-173" fmla="*/ 1294065 w 3740103"/>
              <a:gd name="connsiteY1-174" fmla="*/ 3481 h 6029201"/>
              <a:gd name="connsiteX2-175" fmla="*/ 3735508 w 3740103"/>
              <a:gd name="connsiteY2-176" fmla="*/ 0 h 6029201"/>
              <a:gd name="connsiteX3-177" fmla="*/ 3738171 w 3740103"/>
              <a:gd name="connsiteY3-178" fmla="*/ 6029201 h 6029201"/>
              <a:gd name="connsiteX4-179" fmla="*/ 0 w 3740103"/>
              <a:gd name="connsiteY4-180" fmla="*/ 6023726 h 6029201"/>
              <a:gd name="connsiteX0-181" fmla="*/ 0 w 3740727"/>
              <a:gd name="connsiteY0-182" fmla="*/ 6023726 h 6029201"/>
              <a:gd name="connsiteX1-183" fmla="*/ 1294065 w 3740727"/>
              <a:gd name="connsiteY1-184" fmla="*/ 3481 h 6029201"/>
              <a:gd name="connsiteX2-185" fmla="*/ 3735508 w 3740727"/>
              <a:gd name="connsiteY2-186" fmla="*/ 0 h 6029201"/>
              <a:gd name="connsiteX3-187" fmla="*/ 3738171 w 3740727"/>
              <a:gd name="connsiteY3-188" fmla="*/ 6029201 h 6029201"/>
              <a:gd name="connsiteX4-189" fmla="*/ 0 w 3740727"/>
              <a:gd name="connsiteY4-190" fmla="*/ 6023726 h 6029201"/>
              <a:gd name="connsiteX0-191" fmla="*/ 0 w 3740728"/>
              <a:gd name="connsiteY0-192" fmla="*/ 6023726 h 6029201"/>
              <a:gd name="connsiteX1-193" fmla="*/ 1294065 w 3740728"/>
              <a:gd name="connsiteY1-194" fmla="*/ 3481 h 6029201"/>
              <a:gd name="connsiteX2-195" fmla="*/ 3735508 w 3740728"/>
              <a:gd name="connsiteY2-196" fmla="*/ 0 h 6029201"/>
              <a:gd name="connsiteX3-197" fmla="*/ 3738171 w 3740728"/>
              <a:gd name="connsiteY3-198" fmla="*/ 6029201 h 6029201"/>
              <a:gd name="connsiteX4-199" fmla="*/ 0 w 3740728"/>
              <a:gd name="connsiteY4-200" fmla="*/ 6023726 h 6029201"/>
              <a:gd name="connsiteX0-201" fmla="*/ 0 w 3738171"/>
              <a:gd name="connsiteY0-202" fmla="*/ 6023726 h 6029201"/>
              <a:gd name="connsiteX1-203" fmla="*/ 1294065 w 3738171"/>
              <a:gd name="connsiteY1-204" fmla="*/ 3481 h 6029201"/>
              <a:gd name="connsiteX2-205" fmla="*/ 3735508 w 3738171"/>
              <a:gd name="connsiteY2-206" fmla="*/ 0 h 6029201"/>
              <a:gd name="connsiteX3-207" fmla="*/ 3738171 w 3738171"/>
              <a:gd name="connsiteY3-208" fmla="*/ 6029201 h 6029201"/>
              <a:gd name="connsiteX4-209" fmla="*/ 0 w 3738171"/>
              <a:gd name="connsiteY4-210" fmla="*/ 6023726 h 6029201"/>
              <a:gd name="connsiteX0-211" fmla="*/ 0 w 3738171"/>
              <a:gd name="connsiteY0-212" fmla="*/ 6023726 h 6029201"/>
              <a:gd name="connsiteX1-213" fmla="*/ 1294065 w 3738171"/>
              <a:gd name="connsiteY1-214" fmla="*/ 3481 h 6029201"/>
              <a:gd name="connsiteX2-215" fmla="*/ 3735508 w 3738171"/>
              <a:gd name="connsiteY2-216" fmla="*/ 0 h 6029201"/>
              <a:gd name="connsiteX3-217" fmla="*/ 3738171 w 3738171"/>
              <a:gd name="connsiteY3-218" fmla="*/ 6029201 h 6029201"/>
              <a:gd name="connsiteX4-219" fmla="*/ 0 w 3738171"/>
              <a:gd name="connsiteY4-220" fmla="*/ 6023726 h 6029201"/>
              <a:gd name="connsiteX0-221" fmla="*/ 0 w 3738171"/>
              <a:gd name="connsiteY0-222" fmla="*/ 6023727 h 6029202"/>
              <a:gd name="connsiteX1-223" fmla="*/ 1294065 w 3738171"/>
              <a:gd name="connsiteY1-224" fmla="*/ 3482 h 6029202"/>
              <a:gd name="connsiteX2-225" fmla="*/ 3735510 w 3738171"/>
              <a:gd name="connsiteY2-226" fmla="*/ 0 h 6029202"/>
              <a:gd name="connsiteX3-227" fmla="*/ 3738171 w 3738171"/>
              <a:gd name="connsiteY3-228" fmla="*/ 6029202 h 6029202"/>
              <a:gd name="connsiteX4-229" fmla="*/ 0 w 3738171"/>
              <a:gd name="connsiteY4-230" fmla="*/ 6023727 h 6029202"/>
              <a:gd name="connsiteX0-231" fmla="*/ 0 w 3738171"/>
              <a:gd name="connsiteY0-232" fmla="*/ 6023727 h 6029202"/>
              <a:gd name="connsiteX1-233" fmla="*/ 1294065 w 3738171"/>
              <a:gd name="connsiteY1-234" fmla="*/ 3482 h 6029202"/>
              <a:gd name="connsiteX2-235" fmla="*/ 3735510 w 3738171"/>
              <a:gd name="connsiteY2-236" fmla="*/ 0 h 6029202"/>
              <a:gd name="connsiteX3-237" fmla="*/ 3738171 w 3738171"/>
              <a:gd name="connsiteY3-238" fmla="*/ 6029202 h 6029202"/>
              <a:gd name="connsiteX4-239" fmla="*/ 0 w 3738171"/>
              <a:gd name="connsiteY4-240" fmla="*/ 6023727 h 6029202"/>
              <a:gd name="connsiteX0-241" fmla="*/ 0 w 3738171"/>
              <a:gd name="connsiteY0-242" fmla="*/ 6020465 h 6025940"/>
              <a:gd name="connsiteX1-243" fmla="*/ 1294065 w 3738171"/>
              <a:gd name="connsiteY1-244" fmla="*/ 220 h 6025940"/>
              <a:gd name="connsiteX2-245" fmla="*/ 3735510 w 3738171"/>
              <a:gd name="connsiteY2-246" fmla="*/ 0 h 6025940"/>
              <a:gd name="connsiteX3-247" fmla="*/ 3738171 w 3738171"/>
              <a:gd name="connsiteY3-248" fmla="*/ 6025940 h 6025940"/>
              <a:gd name="connsiteX4-249" fmla="*/ 0 w 3738171"/>
              <a:gd name="connsiteY4-250" fmla="*/ 6020465 h 6025940"/>
              <a:gd name="connsiteX0-251" fmla="*/ 0 w 3738171"/>
              <a:gd name="connsiteY0-252" fmla="*/ 8138769 h 8144244"/>
              <a:gd name="connsiteX1-253" fmla="*/ 1740362 w 3738171"/>
              <a:gd name="connsiteY1-254" fmla="*/ 0 h 8144244"/>
              <a:gd name="connsiteX2-255" fmla="*/ 3735510 w 3738171"/>
              <a:gd name="connsiteY2-256" fmla="*/ 2118304 h 8144244"/>
              <a:gd name="connsiteX3-257" fmla="*/ 3738171 w 3738171"/>
              <a:gd name="connsiteY3-258" fmla="*/ 8144244 h 8144244"/>
              <a:gd name="connsiteX4-259" fmla="*/ 0 w 3738171"/>
              <a:gd name="connsiteY4-260" fmla="*/ 8138769 h 8144244"/>
              <a:gd name="connsiteX0-261" fmla="*/ 0 w 3738171"/>
              <a:gd name="connsiteY0-262" fmla="*/ 8138769 h 8144244"/>
              <a:gd name="connsiteX1-263" fmla="*/ 1740362 w 3738171"/>
              <a:gd name="connsiteY1-264" fmla="*/ 0 h 8144244"/>
              <a:gd name="connsiteX2-265" fmla="*/ 3729226 w 3738171"/>
              <a:gd name="connsiteY2-266" fmla="*/ 20651 h 8144244"/>
              <a:gd name="connsiteX3-267" fmla="*/ 3738171 w 3738171"/>
              <a:gd name="connsiteY3-268" fmla="*/ 8144244 h 8144244"/>
              <a:gd name="connsiteX4-269" fmla="*/ 0 w 3738171"/>
              <a:gd name="connsiteY4-270" fmla="*/ 8138769 h 8144244"/>
              <a:gd name="connsiteX0-271" fmla="*/ 0 w 3738171"/>
              <a:gd name="connsiteY0-272" fmla="*/ 8138989 h 8144464"/>
              <a:gd name="connsiteX1-273" fmla="*/ 1740362 w 3738171"/>
              <a:gd name="connsiteY1-274" fmla="*/ 220 h 8144464"/>
              <a:gd name="connsiteX2-275" fmla="*/ 3722943 w 3738171"/>
              <a:gd name="connsiteY2-276" fmla="*/ -1 h 8144464"/>
              <a:gd name="connsiteX3-277" fmla="*/ 3738171 w 3738171"/>
              <a:gd name="connsiteY3-278" fmla="*/ 8144464 h 8144464"/>
              <a:gd name="connsiteX4-279" fmla="*/ 0 w 3738171"/>
              <a:gd name="connsiteY4-280" fmla="*/ 8138989 h 8144464"/>
              <a:gd name="connsiteX0-281" fmla="*/ 0 w 3738171"/>
              <a:gd name="connsiteY0-282" fmla="*/ 8138990 h 8144465"/>
              <a:gd name="connsiteX1-283" fmla="*/ 1740362 w 3738171"/>
              <a:gd name="connsiteY1-284" fmla="*/ 221 h 8144465"/>
              <a:gd name="connsiteX2-285" fmla="*/ 3735515 w 3738171"/>
              <a:gd name="connsiteY2-286" fmla="*/ 0 h 8144465"/>
              <a:gd name="connsiteX3-287" fmla="*/ 3738171 w 3738171"/>
              <a:gd name="connsiteY3-288" fmla="*/ 8144465 h 8144465"/>
              <a:gd name="connsiteX4-289" fmla="*/ 0 w 3738171"/>
              <a:gd name="connsiteY4-290" fmla="*/ 8138990 h 81444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38171" h="8144465">
                <a:moveTo>
                  <a:pt x="0" y="8138990"/>
                </a:moveTo>
                <a:lnTo>
                  <a:pt x="1740362" y="221"/>
                </a:lnTo>
                <a:lnTo>
                  <a:pt x="3735515" y="0"/>
                </a:lnTo>
                <a:cubicBezTo>
                  <a:pt x="3737716" y="6030452"/>
                  <a:pt x="3735974" y="2114013"/>
                  <a:pt x="3738171" y="8144465"/>
                </a:cubicBezTo>
                <a:lnTo>
                  <a:pt x="0" y="813899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  <p:txBody>
          <a:bodyPr vert="vert">
            <a:noAutofit/>
          </a:bodyPr>
          <a:lstStyle>
            <a:lvl1pPr marL="0" indent="0">
              <a:buNone/>
              <a:defRPr sz="100" baseline="0">
                <a:noFill/>
              </a:defRPr>
            </a:lvl1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1508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95233"/>
            <a:ext cx="8731800" cy="3587656"/>
          </a:xfrm>
        </p:spPr>
        <p:txBody>
          <a:bodyPr/>
          <a:lstStyle>
            <a:lvl1pPr>
              <a:defRPr baseline="0">
                <a:solidFill>
                  <a:srgbClr val="595959"/>
                </a:solidFill>
              </a:defRPr>
            </a:lvl1pPr>
            <a:lvl2pPr>
              <a:defRPr>
                <a:solidFill>
                  <a:srgbClr val="595959"/>
                </a:solidFill>
              </a:defRPr>
            </a:lvl2pPr>
            <a:lvl3pPr>
              <a:defRPr>
                <a:solidFill>
                  <a:srgbClr val="595959"/>
                </a:solidFill>
              </a:defRPr>
            </a:lvl3pPr>
            <a:lvl4pPr>
              <a:defRPr>
                <a:solidFill>
                  <a:srgbClr val="595959"/>
                </a:solidFill>
              </a:defRPr>
            </a:lvl4pPr>
            <a:lvl5pPr>
              <a:defRPr>
                <a:solidFill>
                  <a:srgbClr val="595959"/>
                </a:solidFill>
              </a:defRPr>
            </a:lvl5pPr>
            <a:lvl6pPr marL="810260">
              <a:defRPr>
                <a:solidFill>
                  <a:srgbClr val="595959"/>
                </a:solidFill>
              </a:defRPr>
            </a:lvl6pPr>
            <a:lvl7pPr marL="944880">
              <a:lnSpc>
                <a:spcPct val="100000"/>
              </a:lnSpc>
              <a:spcBef>
                <a:spcPts val="750"/>
              </a:spcBef>
              <a:defRPr>
                <a:solidFill>
                  <a:srgbClr val="595959"/>
                </a:solidFill>
              </a:defRPr>
            </a:lvl7pPr>
            <a:lvl8pPr>
              <a:defRPr>
                <a:solidFill>
                  <a:srgbClr val="595959"/>
                </a:solidFill>
              </a:defRPr>
            </a:lvl8pPr>
            <a:lvl9pPr>
              <a:defRPr>
                <a:solidFill>
                  <a:srgbClr val="595959"/>
                </a:solidFill>
              </a:defRPr>
            </a:lvl9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2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2532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8731800" cy="3618363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3556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  <p:sp>
        <p:nvSpPr>
          <p:cNvPr id="3" name="SmartArt Placeholder 2"/>
          <p:cNvSpPr>
            <a:spLocks noGrp="1"/>
          </p:cNvSpPr>
          <p:nvPr>
            <p:ph type="pic" sz="quarter" idx="11"/>
          </p:nvPr>
        </p:nvSpPr>
        <p:spPr>
          <a:xfrm>
            <a:off x="269669" y="1156648"/>
            <a:ext cx="8686674" cy="3527759"/>
          </a:xfrm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135255" marR="0" lvl="0" indent="-17145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4580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  <p:sp>
        <p:nvSpPr>
          <p:cNvPr id="3" name="SmartArt Placeholder 2"/>
          <p:cNvSpPr>
            <a:spLocks noGrp="1"/>
          </p:cNvSpPr>
          <p:nvPr>
            <p:ph type="pic" sz="quarter" idx="11"/>
          </p:nvPr>
        </p:nvSpPr>
        <p:spPr>
          <a:xfrm>
            <a:off x="269669" y="1156648"/>
            <a:ext cx="8686674" cy="3527759"/>
          </a:xfrm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135255" marR="0" lvl="0" indent="-17145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5604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6016683" cy="361836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5" name="Bildplatzhalter 5"/>
          <p:cNvSpPr>
            <a:spLocks noGrp="1"/>
          </p:cNvSpPr>
          <p:nvPr>
            <p:ph type="pic" sz="quarter" idx="22"/>
          </p:nvPr>
        </p:nvSpPr>
        <p:spPr>
          <a:xfrm>
            <a:off x="6293072" y="1044055"/>
            <a:ext cx="2640369" cy="3638834"/>
          </a:xfrm>
          <a:custGeom>
            <a:avLst/>
            <a:gdLst>
              <a:gd name="connsiteX0" fmla="*/ 0 w 2692400"/>
              <a:gd name="connsiteY0" fmla="*/ 5308600 h 5308600"/>
              <a:gd name="connsiteX1" fmla="*/ 0 w 2692400"/>
              <a:gd name="connsiteY1" fmla="*/ 0 h 5308600"/>
              <a:gd name="connsiteX2" fmla="*/ 2692400 w 2692400"/>
              <a:gd name="connsiteY2" fmla="*/ 0 h 5308600"/>
              <a:gd name="connsiteX3" fmla="*/ 2692400 w 2692400"/>
              <a:gd name="connsiteY3" fmla="*/ 5308600 h 5308600"/>
              <a:gd name="connsiteX4" fmla="*/ 0 w 2692400"/>
              <a:gd name="connsiteY4" fmla="*/ 5308600 h 5308600"/>
              <a:gd name="connsiteX0-1" fmla="*/ 0 w 2692400"/>
              <a:gd name="connsiteY0-2" fmla="*/ 5308600 h 5308600"/>
              <a:gd name="connsiteX1-3" fmla="*/ 0 w 2692400"/>
              <a:gd name="connsiteY1-4" fmla="*/ 0 h 5308600"/>
              <a:gd name="connsiteX2-5" fmla="*/ 2692400 w 2692400"/>
              <a:gd name="connsiteY2-6" fmla="*/ 919163 h 5308600"/>
              <a:gd name="connsiteX3-7" fmla="*/ 2692400 w 2692400"/>
              <a:gd name="connsiteY3-8" fmla="*/ 5308600 h 5308600"/>
              <a:gd name="connsiteX4-9" fmla="*/ 0 w 2692400"/>
              <a:gd name="connsiteY4-10" fmla="*/ 5308600 h 5308600"/>
              <a:gd name="connsiteX0-11" fmla="*/ 0 w 2692400"/>
              <a:gd name="connsiteY0-12" fmla="*/ 5308600 h 5308600"/>
              <a:gd name="connsiteX1-13" fmla="*/ 0 w 2692400"/>
              <a:gd name="connsiteY1-14" fmla="*/ 0 h 5308600"/>
              <a:gd name="connsiteX2-15" fmla="*/ 2692400 w 2692400"/>
              <a:gd name="connsiteY2-16" fmla="*/ 923925 h 5308600"/>
              <a:gd name="connsiteX3-17" fmla="*/ 2692400 w 2692400"/>
              <a:gd name="connsiteY3-18" fmla="*/ 5308600 h 5308600"/>
              <a:gd name="connsiteX4-19" fmla="*/ 0 w 2692400"/>
              <a:gd name="connsiteY4-20" fmla="*/ 5308600 h 5308600"/>
              <a:gd name="connsiteX0-21" fmla="*/ 0 w 2692400"/>
              <a:gd name="connsiteY0-22" fmla="*/ 4362450 h 5308600"/>
              <a:gd name="connsiteX1-23" fmla="*/ 0 w 2692400"/>
              <a:gd name="connsiteY1-24" fmla="*/ 0 h 5308600"/>
              <a:gd name="connsiteX2-25" fmla="*/ 2692400 w 2692400"/>
              <a:gd name="connsiteY2-26" fmla="*/ 923925 h 5308600"/>
              <a:gd name="connsiteX3-27" fmla="*/ 2692400 w 2692400"/>
              <a:gd name="connsiteY3-28" fmla="*/ 5308600 h 5308600"/>
              <a:gd name="connsiteX4-29" fmla="*/ 0 w 2692400"/>
              <a:gd name="connsiteY4-30" fmla="*/ 4362450 h 5308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2400" h="5308600">
                <a:moveTo>
                  <a:pt x="0" y="4362450"/>
                </a:moveTo>
                <a:lnTo>
                  <a:pt x="0" y="0"/>
                </a:lnTo>
                <a:lnTo>
                  <a:pt x="2692400" y="923925"/>
                </a:lnTo>
                <a:lnTo>
                  <a:pt x="2692400" y="5308600"/>
                </a:lnTo>
                <a:lnTo>
                  <a:pt x="0" y="4362450"/>
                </a:lnTo>
                <a:close/>
              </a:path>
            </a:pathLst>
          </a:custGeom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0" indent="0">
              <a:buNone/>
              <a:defRPr baseline="0"/>
            </a:lvl1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Click icon to add picture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&amp; 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6628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6016683" cy="361836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5" name="Bildplatzhalter 5"/>
          <p:cNvSpPr>
            <a:spLocks noGrp="1"/>
          </p:cNvSpPr>
          <p:nvPr>
            <p:ph type="pic" sz="quarter" idx="22"/>
          </p:nvPr>
        </p:nvSpPr>
        <p:spPr>
          <a:xfrm>
            <a:off x="6293072" y="1044055"/>
            <a:ext cx="2640369" cy="3638834"/>
          </a:xfrm>
          <a:custGeom>
            <a:avLst/>
            <a:gdLst>
              <a:gd name="connsiteX0" fmla="*/ 0 w 2692400"/>
              <a:gd name="connsiteY0" fmla="*/ 5308600 h 5308600"/>
              <a:gd name="connsiteX1" fmla="*/ 0 w 2692400"/>
              <a:gd name="connsiteY1" fmla="*/ 0 h 5308600"/>
              <a:gd name="connsiteX2" fmla="*/ 2692400 w 2692400"/>
              <a:gd name="connsiteY2" fmla="*/ 0 h 5308600"/>
              <a:gd name="connsiteX3" fmla="*/ 2692400 w 2692400"/>
              <a:gd name="connsiteY3" fmla="*/ 5308600 h 5308600"/>
              <a:gd name="connsiteX4" fmla="*/ 0 w 2692400"/>
              <a:gd name="connsiteY4" fmla="*/ 5308600 h 5308600"/>
              <a:gd name="connsiteX0-1" fmla="*/ 0 w 2692400"/>
              <a:gd name="connsiteY0-2" fmla="*/ 5308600 h 5308600"/>
              <a:gd name="connsiteX1-3" fmla="*/ 0 w 2692400"/>
              <a:gd name="connsiteY1-4" fmla="*/ 0 h 5308600"/>
              <a:gd name="connsiteX2-5" fmla="*/ 2692400 w 2692400"/>
              <a:gd name="connsiteY2-6" fmla="*/ 919163 h 5308600"/>
              <a:gd name="connsiteX3-7" fmla="*/ 2692400 w 2692400"/>
              <a:gd name="connsiteY3-8" fmla="*/ 5308600 h 5308600"/>
              <a:gd name="connsiteX4-9" fmla="*/ 0 w 2692400"/>
              <a:gd name="connsiteY4-10" fmla="*/ 5308600 h 5308600"/>
              <a:gd name="connsiteX0-11" fmla="*/ 0 w 2692400"/>
              <a:gd name="connsiteY0-12" fmla="*/ 5308600 h 5308600"/>
              <a:gd name="connsiteX1-13" fmla="*/ 0 w 2692400"/>
              <a:gd name="connsiteY1-14" fmla="*/ 0 h 5308600"/>
              <a:gd name="connsiteX2-15" fmla="*/ 2692400 w 2692400"/>
              <a:gd name="connsiteY2-16" fmla="*/ 923925 h 5308600"/>
              <a:gd name="connsiteX3-17" fmla="*/ 2692400 w 2692400"/>
              <a:gd name="connsiteY3-18" fmla="*/ 5308600 h 5308600"/>
              <a:gd name="connsiteX4-19" fmla="*/ 0 w 2692400"/>
              <a:gd name="connsiteY4-20" fmla="*/ 5308600 h 5308600"/>
              <a:gd name="connsiteX0-21" fmla="*/ 0 w 2692400"/>
              <a:gd name="connsiteY0-22" fmla="*/ 4362450 h 5308600"/>
              <a:gd name="connsiteX1-23" fmla="*/ 0 w 2692400"/>
              <a:gd name="connsiteY1-24" fmla="*/ 0 h 5308600"/>
              <a:gd name="connsiteX2-25" fmla="*/ 2692400 w 2692400"/>
              <a:gd name="connsiteY2-26" fmla="*/ 923925 h 5308600"/>
              <a:gd name="connsiteX3-27" fmla="*/ 2692400 w 2692400"/>
              <a:gd name="connsiteY3-28" fmla="*/ 5308600 h 5308600"/>
              <a:gd name="connsiteX4-29" fmla="*/ 0 w 2692400"/>
              <a:gd name="connsiteY4-30" fmla="*/ 4362450 h 5308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2400" h="5308600">
                <a:moveTo>
                  <a:pt x="0" y="4362450"/>
                </a:moveTo>
                <a:lnTo>
                  <a:pt x="0" y="0"/>
                </a:lnTo>
                <a:lnTo>
                  <a:pt x="2692400" y="923925"/>
                </a:lnTo>
                <a:lnTo>
                  <a:pt x="2692400" y="5308600"/>
                </a:lnTo>
                <a:lnTo>
                  <a:pt x="0" y="4362450"/>
                </a:lnTo>
                <a:close/>
              </a:path>
            </a:pathLst>
          </a:custGeom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0" indent="0">
              <a:buNone/>
              <a:defRPr baseline="0"/>
            </a:lvl1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Click icon to add picture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7652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81688" y="1115705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6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4640441" y="1115704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85003" y="462804"/>
            <a:ext cx="8458674" cy="5710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8676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81688" y="1115705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6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4640441" y="1115704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85003" y="462804"/>
            <a:ext cx="8458674" cy="5710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9700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474767" y="474720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30724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474767" y="474720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22"/>
          <p:cNvSpPr/>
          <p:nvPr/>
        </p:nvSpPr>
        <p:spPr>
          <a:xfrm rot="10800000">
            <a:off x="3484563" y="0"/>
            <a:ext cx="5676900" cy="51435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htwinkliges Dreieck 22"/>
          <p:cNvSpPr/>
          <p:nvPr/>
        </p:nvSpPr>
        <p:spPr>
          <a:xfrm>
            <a:off x="0" y="3470275"/>
            <a:ext cx="1755775" cy="1673225"/>
          </a:xfrm>
          <a:prstGeom prst="rt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73075" y="3260725"/>
            <a:ext cx="4386263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ABM Knowledgeware Limited.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Corporate Office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ABM House, Plot No. 268,Linking Road, Bandra West,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Mumbai-400 050.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Tel:  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+91 22 4290 9700 </a:t>
            </a: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Email: 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egovernance@abmindia.com</a:t>
            </a: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Web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www.abmindia.com</a:t>
            </a: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EA00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altLang="en-US" sz="500" b="1" i="0" u="none" strike="noStrike" kern="1200" cap="none" spc="0" normalizeH="0" baseline="0" noProof="0">
              <a:ln>
                <a:noFill/>
              </a:ln>
              <a:solidFill>
                <a:srgbClr val="EA008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Right Triangle 5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2773" name="Picture 6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platzhalter 2"/>
          <p:cNvSpPr>
            <a:spLocks noGrp="1"/>
          </p:cNvSpPr>
          <p:nvPr>
            <p:ph type="body" sz="quarter" idx="22"/>
          </p:nvPr>
        </p:nvSpPr>
        <p:spPr>
          <a:xfrm rot="5400000">
            <a:off x="1263870" y="482194"/>
            <a:ext cx="3398674" cy="5923937"/>
          </a:xfrm>
          <a:custGeom>
            <a:avLst/>
            <a:gdLst>
              <a:gd name="connsiteX0" fmla="*/ 0 w 8917307"/>
              <a:gd name="connsiteY0" fmla="*/ 5930058 h 5930058"/>
              <a:gd name="connsiteX1" fmla="*/ 2115192 w 8917307"/>
              <a:gd name="connsiteY1" fmla="*/ 0 h 5930058"/>
              <a:gd name="connsiteX2" fmla="*/ 8917307 w 8917307"/>
              <a:gd name="connsiteY2" fmla="*/ 0 h 5930058"/>
              <a:gd name="connsiteX3" fmla="*/ 6802115 w 8917307"/>
              <a:gd name="connsiteY3" fmla="*/ 5930058 h 5930058"/>
              <a:gd name="connsiteX4" fmla="*/ 0 w 8917307"/>
              <a:gd name="connsiteY4" fmla="*/ 5930058 h 5930058"/>
              <a:gd name="connsiteX0-1" fmla="*/ 0 w 8917307"/>
              <a:gd name="connsiteY0-2" fmla="*/ 5930058 h 5930058"/>
              <a:gd name="connsiteX1-3" fmla="*/ 2115192 w 8917307"/>
              <a:gd name="connsiteY1-4" fmla="*/ 0 h 5930058"/>
              <a:gd name="connsiteX2-5" fmla="*/ 8917307 w 8917307"/>
              <a:gd name="connsiteY2-6" fmla="*/ 0 h 5930058"/>
              <a:gd name="connsiteX3-7" fmla="*/ 4528818 w 8917307"/>
              <a:gd name="connsiteY3-8" fmla="*/ 5930058 h 5930058"/>
              <a:gd name="connsiteX4-9" fmla="*/ 0 w 8917307"/>
              <a:gd name="connsiteY4-10" fmla="*/ 5930058 h 5930058"/>
              <a:gd name="connsiteX0-11" fmla="*/ 0 w 4561210"/>
              <a:gd name="connsiteY0-12" fmla="*/ 5930059 h 5930059"/>
              <a:gd name="connsiteX1-13" fmla="*/ 2115192 w 4561210"/>
              <a:gd name="connsiteY1-14" fmla="*/ 1 h 5930059"/>
              <a:gd name="connsiteX2-15" fmla="*/ 4561210 w 4561210"/>
              <a:gd name="connsiteY2-16" fmla="*/ 0 h 5930059"/>
              <a:gd name="connsiteX3-17" fmla="*/ 4528818 w 4561210"/>
              <a:gd name="connsiteY3-18" fmla="*/ 5930059 h 5930059"/>
              <a:gd name="connsiteX4-19" fmla="*/ 0 w 4561210"/>
              <a:gd name="connsiteY4-20" fmla="*/ 5930059 h 5930059"/>
              <a:gd name="connsiteX0-21" fmla="*/ 0 w 3008635"/>
              <a:gd name="connsiteY0-22" fmla="*/ 5893807 h 5930059"/>
              <a:gd name="connsiteX1-23" fmla="*/ 562617 w 3008635"/>
              <a:gd name="connsiteY1-24" fmla="*/ 1 h 5930059"/>
              <a:gd name="connsiteX2-25" fmla="*/ 3008635 w 3008635"/>
              <a:gd name="connsiteY2-26" fmla="*/ 0 h 5930059"/>
              <a:gd name="connsiteX3-27" fmla="*/ 2976243 w 3008635"/>
              <a:gd name="connsiteY3-28" fmla="*/ 5930059 h 5930059"/>
              <a:gd name="connsiteX4-29" fmla="*/ 0 w 3008635"/>
              <a:gd name="connsiteY4-30" fmla="*/ 5893807 h 5930059"/>
              <a:gd name="connsiteX0-31" fmla="*/ 0 w 3008635"/>
              <a:gd name="connsiteY0-32" fmla="*/ 5893807 h 5930055"/>
              <a:gd name="connsiteX1-33" fmla="*/ 562617 w 3008635"/>
              <a:gd name="connsiteY1-34" fmla="*/ 1 h 5930055"/>
              <a:gd name="connsiteX2-35" fmla="*/ 3008635 w 3008635"/>
              <a:gd name="connsiteY2-36" fmla="*/ 0 h 5930055"/>
              <a:gd name="connsiteX3-37" fmla="*/ 2985770 w 3008635"/>
              <a:gd name="connsiteY3-38" fmla="*/ 5930057 h 5930055"/>
              <a:gd name="connsiteX4-39" fmla="*/ 0 w 3008635"/>
              <a:gd name="connsiteY4-40" fmla="*/ 5893807 h 5930055"/>
              <a:gd name="connsiteX0-41" fmla="*/ 0 w 2994348"/>
              <a:gd name="connsiteY0-42" fmla="*/ 5884745 h 5930059"/>
              <a:gd name="connsiteX1-43" fmla="*/ 548330 w 2994348"/>
              <a:gd name="connsiteY1-44" fmla="*/ 1 h 5930059"/>
              <a:gd name="connsiteX2-45" fmla="*/ 2994348 w 2994348"/>
              <a:gd name="connsiteY2-46" fmla="*/ 0 h 5930059"/>
              <a:gd name="connsiteX3-47" fmla="*/ 2971483 w 2994348"/>
              <a:gd name="connsiteY3-48" fmla="*/ 5930057 h 5930059"/>
              <a:gd name="connsiteX4-49" fmla="*/ 0 w 2994348"/>
              <a:gd name="connsiteY4-50" fmla="*/ 5884745 h 5930059"/>
              <a:gd name="connsiteX0-51" fmla="*/ 0 w 2999111"/>
              <a:gd name="connsiteY0-52" fmla="*/ 5911931 h 5930055"/>
              <a:gd name="connsiteX1-53" fmla="*/ 553093 w 2999111"/>
              <a:gd name="connsiteY1-54" fmla="*/ 1 h 5930055"/>
              <a:gd name="connsiteX2-55" fmla="*/ 2999111 w 2999111"/>
              <a:gd name="connsiteY2-56" fmla="*/ 0 h 5930055"/>
              <a:gd name="connsiteX3-57" fmla="*/ 2976246 w 2999111"/>
              <a:gd name="connsiteY3-58" fmla="*/ 5930057 h 5930055"/>
              <a:gd name="connsiteX4-59" fmla="*/ 0 w 2999111"/>
              <a:gd name="connsiteY4-60" fmla="*/ 5911931 h 5930055"/>
              <a:gd name="connsiteX0-61" fmla="*/ 0 w 3761036"/>
              <a:gd name="connsiteY0-62" fmla="*/ 5924582 h 5930056"/>
              <a:gd name="connsiteX1-63" fmla="*/ 1315018 w 3761036"/>
              <a:gd name="connsiteY1-64" fmla="*/ 1 h 5930056"/>
              <a:gd name="connsiteX2-65" fmla="*/ 3761036 w 3761036"/>
              <a:gd name="connsiteY2-66" fmla="*/ 0 h 5930056"/>
              <a:gd name="connsiteX3-67" fmla="*/ 3738171 w 3761036"/>
              <a:gd name="connsiteY3-68" fmla="*/ 5930057 h 5930056"/>
              <a:gd name="connsiteX4-69" fmla="*/ 0 w 3761036"/>
              <a:gd name="connsiteY4-70" fmla="*/ 5924582 h 5930056"/>
              <a:gd name="connsiteX0-71" fmla="*/ 0 w 3761036"/>
              <a:gd name="connsiteY0-72" fmla="*/ 6020245 h 6025720"/>
              <a:gd name="connsiteX1-73" fmla="*/ 1294065 w 3761036"/>
              <a:gd name="connsiteY1-74" fmla="*/ 0 h 6025720"/>
              <a:gd name="connsiteX2-75" fmla="*/ 3761036 w 3761036"/>
              <a:gd name="connsiteY2-76" fmla="*/ 95663 h 6025720"/>
              <a:gd name="connsiteX3-77" fmla="*/ 3738171 w 3761036"/>
              <a:gd name="connsiteY3-78" fmla="*/ 6025720 h 6025720"/>
              <a:gd name="connsiteX4-79" fmla="*/ 0 w 3761036"/>
              <a:gd name="connsiteY4-80" fmla="*/ 6020245 h 6025720"/>
              <a:gd name="connsiteX0-81" fmla="*/ 0 w 3754750"/>
              <a:gd name="connsiteY0-82" fmla="*/ 6020245 h 6025720"/>
              <a:gd name="connsiteX1-83" fmla="*/ 1294065 w 3754750"/>
              <a:gd name="connsiteY1-84" fmla="*/ 0 h 6025720"/>
              <a:gd name="connsiteX2-85" fmla="*/ 3754750 w 3754750"/>
              <a:gd name="connsiteY2-86" fmla="*/ 33046 h 6025720"/>
              <a:gd name="connsiteX3-87" fmla="*/ 3738171 w 3754750"/>
              <a:gd name="connsiteY3-88" fmla="*/ 6025720 h 6025720"/>
              <a:gd name="connsiteX4-89" fmla="*/ 0 w 3754750"/>
              <a:gd name="connsiteY4-90" fmla="*/ 6020245 h 6025720"/>
              <a:gd name="connsiteX0-91" fmla="*/ 0 w 3761036"/>
              <a:gd name="connsiteY0-92" fmla="*/ 6020245 h 6025720"/>
              <a:gd name="connsiteX1-93" fmla="*/ 1294065 w 3761036"/>
              <a:gd name="connsiteY1-94" fmla="*/ 0 h 6025720"/>
              <a:gd name="connsiteX2-95" fmla="*/ 3761036 w 3761036"/>
              <a:gd name="connsiteY2-96" fmla="*/ 22610 h 6025720"/>
              <a:gd name="connsiteX3-97" fmla="*/ 3738171 w 3761036"/>
              <a:gd name="connsiteY3-98" fmla="*/ 6025720 h 6025720"/>
              <a:gd name="connsiteX4-99" fmla="*/ 0 w 3761036"/>
              <a:gd name="connsiteY4-100" fmla="*/ 6020245 h 6025720"/>
              <a:gd name="connsiteX0-101" fmla="*/ 0 w 3740292"/>
              <a:gd name="connsiteY0-102" fmla="*/ 6020245 h 6025720"/>
              <a:gd name="connsiteX1-103" fmla="*/ 1294065 w 3740292"/>
              <a:gd name="connsiteY1-104" fmla="*/ 0 h 6025720"/>
              <a:gd name="connsiteX2-105" fmla="*/ 3737464 w 3740292"/>
              <a:gd name="connsiteY2-106" fmla="*/ 19349 h 6025720"/>
              <a:gd name="connsiteX3-107" fmla="*/ 3738171 w 3740292"/>
              <a:gd name="connsiteY3-108" fmla="*/ 6025720 h 6025720"/>
              <a:gd name="connsiteX4-109" fmla="*/ 0 w 3740292"/>
              <a:gd name="connsiteY4-110" fmla="*/ 6020245 h 6025720"/>
              <a:gd name="connsiteX0-111" fmla="*/ 0 w 3740103"/>
              <a:gd name="connsiteY0-112" fmla="*/ 6020245 h 6025720"/>
              <a:gd name="connsiteX1-113" fmla="*/ 1294065 w 3740103"/>
              <a:gd name="connsiteY1-114" fmla="*/ 0 h 6025720"/>
              <a:gd name="connsiteX2-115" fmla="*/ 3735502 w 3740103"/>
              <a:gd name="connsiteY2-116" fmla="*/ 12827 h 6025720"/>
              <a:gd name="connsiteX3-117" fmla="*/ 3738171 w 3740103"/>
              <a:gd name="connsiteY3-118" fmla="*/ 6025720 h 6025720"/>
              <a:gd name="connsiteX4-119" fmla="*/ 0 w 3740103"/>
              <a:gd name="connsiteY4-120" fmla="*/ 6020245 h 6025720"/>
              <a:gd name="connsiteX0-121" fmla="*/ 0 w 3740103"/>
              <a:gd name="connsiteY0-122" fmla="*/ 6020463 h 6025938"/>
              <a:gd name="connsiteX1-123" fmla="*/ 1294065 w 3740103"/>
              <a:gd name="connsiteY1-124" fmla="*/ 218 h 6025938"/>
              <a:gd name="connsiteX2-125" fmla="*/ 3735502 w 3740103"/>
              <a:gd name="connsiteY2-126" fmla="*/ 0 h 6025938"/>
              <a:gd name="connsiteX3-127" fmla="*/ 3738171 w 3740103"/>
              <a:gd name="connsiteY3-128" fmla="*/ 6025938 h 6025938"/>
              <a:gd name="connsiteX4-129" fmla="*/ 0 w 3740103"/>
              <a:gd name="connsiteY4-130" fmla="*/ 6020463 h 6025938"/>
              <a:gd name="connsiteX0-131" fmla="*/ 0 w 3741397"/>
              <a:gd name="connsiteY0-132" fmla="*/ 6023725 h 6029200"/>
              <a:gd name="connsiteX1-133" fmla="*/ 1294065 w 3741397"/>
              <a:gd name="connsiteY1-134" fmla="*/ 3480 h 6029200"/>
              <a:gd name="connsiteX2-135" fmla="*/ 3741397 w 3741397"/>
              <a:gd name="connsiteY2-136" fmla="*/ 0 h 6029200"/>
              <a:gd name="connsiteX3-137" fmla="*/ 3738171 w 3741397"/>
              <a:gd name="connsiteY3-138" fmla="*/ 6029200 h 6029200"/>
              <a:gd name="connsiteX4-139" fmla="*/ 0 w 3741397"/>
              <a:gd name="connsiteY4-140" fmla="*/ 6023725 h 6029200"/>
              <a:gd name="connsiteX0-141" fmla="*/ 0 w 3747290"/>
              <a:gd name="connsiteY0-142" fmla="*/ 6023725 h 6029200"/>
              <a:gd name="connsiteX1-143" fmla="*/ 1294065 w 3747290"/>
              <a:gd name="connsiteY1-144" fmla="*/ 3480 h 6029200"/>
              <a:gd name="connsiteX2-145" fmla="*/ 3747290 w 3747290"/>
              <a:gd name="connsiteY2-146" fmla="*/ 0 h 6029200"/>
              <a:gd name="connsiteX3-147" fmla="*/ 3738171 w 3747290"/>
              <a:gd name="connsiteY3-148" fmla="*/ 6029200 h 6029200"/>
              <a:gd name="connsiteX4-149" fmla="*/ 0 w 3747290"/>
              <a:gd name="connsiteY4-150" fmla="*/ 6023725 h 6029200"/>
              <a:gd name="connsiteX0-151" fmla="*/ 0 w 3743362"/>
              <a:gd name="connsiteY0-152" fmla="*/ 6023725 h 6029200"/>
              <a:gd name="connsiteX1-153" fmla="*/ 1294065 w 3743362"/>
              <a:gd name="connsiteY1-154" fmla="*/ 3480 h 6029200"/>
              <a:gd name="connsiteX2-155" fmla="*/ 3743362 w 3743362"/>
              <a:gd name="connsiteY2-156" fmla="*/ 0 h 6029200"/>
              <a:gd name="connsiteX3-157" fmla="*/ 3738171 w 3743362"/>
              <a:gd name="connsiteY3-158" fmla="*/ 6029200 h 6029200"/>
              <a:gd name="connsiteX4-159" fmla="*/ 0 w 3743362"/>
              <a:gd name="connsiteY4-160" fmla="*/ 6023725 h 6029200"/>
              <a:gd name="connsiteX0-161" fmla="*/ 0 w 3740103"/>
              <a:gd name="connsiteY0-162" fmla="*/ 6023725 h 6029200"/>
              <a:gd name="connsiteX1-163" fmla="*/ 1294065 w 3740103"/>
              <a:gd name="connsiteY1-164" fmla="*/ 3480 h 6029200"/>
              <a:gd name="connsiteX2-165" fmla="*/ 3735505 w 3740103"/>
              <a:gd name="connsiteY2-166" fmla="*/ 0 h 6029200"/>
              <a:gd name="connsiteX3-167" fmla="*/ 3738171 w 3740103"/>
              <a:gd name="connsiteY3-168" fmla="*/ 6029200 h 6029200"/>
              <a:gd name="connsiteX4-169" fmla="*/ 0 w 3740103"/>
              <a:gd name="connsiteY4-170" fmla="*/ 6023725 h 6029200"/>
              <a:gd name="connsiteX0-171" fmla="*/ 0 w 3740103"/>
              <a:gd name="connsiteY0-172" fmla="*/ 6023726 h 6029201"/>
              <a:gd name="connsiteX1-173" fmla="*/ 1294065 w 3740103"/>
              <a:gd name="connsiteY1-174" fmla="*/ 3481 h 6029201"/>
              <a:gd name="connsiteX2-175" fmla="*/ 3735508 w 3740103"/>
              <a:gd name="connsiteY2-176" fmla="*/ 0 h 6029201"/>
              <a:gd name="connsiteX3-177" fmla="*/ 3738171 w 3740103"/>
              <a:gd name="connsiteY3-178" fmla="*/ 6029201 h 6029201"/>
              <a:gd name="connsiteX4-179" fmla="*/ 0 w 3740103"/>
              <a:gd name="connsiteY4-180" fmla="*/ 6023726 h 6029201"/>
              <a:gd name="connsiteX0-181" fmla="*/ 0 w 3740727"/>
              <a:gd name="connsiteY0-182" fmla="*/ 6023726 h 6029201"/>
              <a:gd name="connsiteX1-183" fmla="*/ 1294065 w 3740727"/>
              <a:gd name="connsiteY1-184" fmla="*/ 3481 h 6029201"/>
              <a:gd name="connsiteX2-185" fmla="*/ 3735508 w 3740727"/>
              <a:gd name="connsiteY2-186" fmla="*/ 0 h 6029201"/>
              <a:gd name="connsiteX3-187" fmla="*/ 3738171 w 3740727"/>
              <a:gd name="connsiteY3-188" fmla="*/ 6029201 h 6029201"/>
              <a:gd name="connsiteX4-189" fmla="*/ 0 w 3740727"/>
              <a:gd name="connsiteY4-190" fmla="*/ 6023726 h 6029201"/>
              <a:gd name="connsiteX0-191" fmla="*/ 0 w 3740728"/>
              <a:gd name="connsiteY0-192" fmla="*/ 6023726 h 6029201"/>
              <a:gd name="connsiteX1-193" fmla="*/ 1294065 w 3740728"/>
              <a:gd name="connsiteY1-194" fmla="*/ 3481 h 6029201"/>
              <a:gd name="connsiteX2-195" fmla="*/ 3735508 w 3740728"/>
              <a:gd name="connsiteY2-196" fmla="*/ 0 h 6029201"/>
              <a:gd name="connsiteX3-197" fmla="*/ 3738171 w 3740728"/>
              <a:gd name="connsiteY3-198" fmla="*/ 6029201 h 6029201"/>
              <a:gd name="connsiteX4-199" fmla="*/ 0 w 3740728"/>
              <a:gd name="connsiteY4-200" fmla="*/ 6023726 h 6029201"/>
              <a:gd name="connsiteX0-201" fmla="*/ 0 w 3738171"/>
              <a:gd name="connsiteY0-202" fmla="*/ 6023726 h 6029201"/>
              <a:gd name="connsiteX1-203" fmla="*/ 1294065 w 3738171"/>
              <a:gd name="connsiteY1-204" fmla="*/ 3481 h 6029201"/>
              <a:gd name="connsiteX2-205" fmla="*/ 3735508 w 3738171"/>
              <a:gd name="connsiteY2-206" fmla="*/ 0 h 6029201"/>
              <a:gd name="connsiteX3-207" fmla="*/ 3738171 w 3738171"/>
              <a:gd name="connsiteY3-208" fmla="*/ 6029201 h 6029201"/>
              <a:gd name="connsiteX4-209" fmla="*/ 0 w 3738171"/>
              <a:gd name="connsiteY4-210" fmla="*/ 6023726 h 6029201"/>
              <a:gd name="connsiteX0-211" fmla="*/ 0 w 3738171"/>
              <a:gd name="connsiteY0-212" fmla="*/ 6023726 h 6029201"/>
              <a:gd name="connsiteX1-213" fmla="*/ 1294065 w 3738171"/>
              <a:gd name="connsiteY1-214" fmla="*/ 3481 h 6029201"/>
              <a:gd name="connsiteX2-215" fmla="*/ 3735508 w 3738171"/>
              <a:gd name="connsiteY2-216" fmla="*/ 0 h 6029201"/>
              <a:gd name="connsiteX3-217" fmla="*/ 3738171 w 3738171"/>
              <a:gd name="connsiteY3-218" fmla="*/ 6029201 h 6029201"/>
              <a:gd name="connsiteX4-219" fmla="*/ 0 w 3738171"/>
              <a:gd name="connsiteY4-220" fmla="*/ 6023726 h 6029201"/>
              <a:gd name="connsiteX0-221" fmla="*/ 0 w 3738171"/>
              <a:gd name="connsiteY0-222" fmla="*/ 6023727 h 6029202"/>
              <a:gd name="connsiteX1-223" fmla="*/ 1294065 w 3738171"/>
              <a:gd name="connsiteY1-224" fmla="*/ 3482 h 6029202"/>
              <a:gd name="connsiteX2-225" fmla="*/ 3735510 w 3738171"/>
              <a:gd name="connsiteY2-226" fmla="*/ 0 h 6029202"/>
              <a:gd name="connsiteX3-227" fmla="*/ 3738171 w 3738171"/>
              <a:gd name="connsiteY3-228" fmla="*/ 6029202 h 6029202"/>
              <a:gd name="connsiteX4-229" fmla="*/ 0 w 3738171"/>
              <a:gd name="connsiteY4-230" fmla="*/ 6023727 h 6029202"/>
              <a:gd name="connsiteX0-231" fmla="*/ 0 w 3738171"/>
              <a:gd name="connsiteY0-232" fmla="*/ 6023727 h 6029202"/>
              <a:gd name="connsiteX1-233" fmla="*/ 1294065 w 3738171"/>
              <a:gd name="connsiteY1-234" fmla="*/ 3482 h 6029202"/>
              <a:gd name="connsiteX2-235" fmla="*/ 3735510 w 3738171"/>
              <a:gd name="connsiteY2-236" fmla="*/ 0 h 6029202"/>
              <a:gd name="connsiteX3-237" fmla="*/ 3738171 w 3738171"/>
              <a:gd name="connsiteY3-238" fmla="*/ 6029202 h 6029202"/>
              <a:gd name="connsiteX4-239" fmla="*/ 0 w 3738171"/>
              <a:gd name="connsiteY4-240" fmla="*/ 6023727 h 6029202"/>
              <a:gd name="connsiteX0-241" fmla="*/ 0 w 3738171"/>
              <a:gd name="connsiteY0-242" fmla="*/ 6020465 h 6025940"/>
              <a:gd name="connsiteX1-243" fmla="*/ 1294065 w 3738171"/>
              <a:gd name="connsiteY1-244" fmla="*/ 220 h 6025940"/>
              <a:gd name="connsiteX2-245" fmla="*/ 3735510 w 3738171"/>
              <a:gd name="connsiteY2-246" fmla="*/ 0 h 6025940"/>
              <a:gd name="connsiteX3-247" fmla="*/ 3738171 w 3738171"/>
              <a:gd name="connsiteY3-248" fmla="*/ 6025940 h 6025940"/>
              <a:gd name="connsiteX4-249" fmla="*/ 0 w 3738171"/>
              <a:gd name="connsiteY4-250" fmla="*/ 6020465 h 6025940"/>
              <a:gd name="connsiteX0-251" fmla="*/ 0 w 3738171"/>
              <a:gd name="connsiteY0-252" fmla="*/ 8138769 h 8144244"/>
              <a:gd name="connsiteX1-253" fmla="*/ 1740362 w 3738171"/>
              <a:gd name="connsiteY1-254" fmla="*/ 0 h 8144244"/>
              <a:gd name="connsiteX2-255" fmla="*/ 3735510 w 3738171"/>
              <a:gd name="connsiteY2-256" fmla="*/ 2118304 h 8144244"/>
              <a:gd name="connsiteX3-257" fmla="*/ 3738171 w 3738171"/>
              <a:gd name="connsiteY3-258" fmla="*/ 8144244 h 8144244"/>
              <a:gd name="connsiteX4-259" fmla="*/ 0 w 3738171"/>
              <a:gd name="connsiteY4-260" fmla="*/ 8138769 h 8144244"/>
              <a:gd name="connsiteX0-261" fmla="*/ 0 w 3738171"/>
              <a:gd name="connsiteY0-262" fmla="*/ 8138769 h 8144244"/>
              <a:gd name="connsiteX1-263" fmla="*/ 1740362 w 3738171"/>
              <a:gd name="connsiteY1-264" fmla="*/ 0 h 8144244"/>
              <a:gd name="connsiteX2-265" fmla="*/ 3729226 w 3738171"/>
              <a:gd name="connsiteY2-266" fmla="*/ 20651 h 8144244"/>
              <a:gd name="connsiteX3-267" fmla="*/ 3738171 w 3738171"/>
              <a:gd name="connsiteY3-268" fmla="*/ 8144244 h 8144244"/>
              <a:gd name="connsiteX4-269" fmla="*/ 0 w 3738171"/>
              <a:gd name="connsiteY4-270" fmla="*/ 8138769 h 8144244"/>
              <a:gd name="connsiteX0-271" fmla="*/ 0 w 3738171"/>
              <a:gd name="connsiteY0-272" fmla="*/ 8138989 h 8144464"/>
              <a:gd name="connsiteX1-273" fmla="*/ 1740362 w 3738171"/>
              <a:gd name="connsiteY1-274" fmla="*/ 220 h 8144464"/>
              <a:gd name="connsiteX2-275" fmla="*/ 3722943 w 3738171"/>
              <a:gd name="connsiteY2-276" fmla="*/ -1 h 8144464"/>
              <a:gd name="connsiteX3-277" fmla="*/ 3738171 w 3738171"/>
              <a:gd name="connsiteY3-278" fmla="*/ 8144464 h 8144464"/>
              <a:gd name="connsiteX4-279" fmla="*/ 0 w 3738171"/>
              <a:gd name="connsiteY4-280" fmla="*/ 8138989 h 8144464"/>
              <a:gd name="connsiteX0-281" fmla="*/ 0 w 3738171"/>
              <a:gd name="connsiteY0-282" fmla="*/ 8138990 h 8144465"/>
              <a:gd name="connsiteX1-283" fmla="*/ 1740362 w 3738171"/>
              <a:gd name="connsiteY1-284" fmla="*/ 221 h 8144465"/>
              <a:gd name="connsiteX2-285" fmla="*/ 3735515 w 3738171"/>
              <a:gd name="connsiteY2-286" fmla="*/ 0 h 8144465"/>
              <a:gd name="connsiteX3-287" fmla="*/ 3738171 w 3738171"/>
              <a:gd name="connsiteY3-288" fmla="*/ 8144465 h 8144465"/>
              <a:gd name="connsiteX4-289" fmla="*/ 0 w 3738171"/>
              <a:gd name="connsiteY4-290" fmla="*/ 8138990 h 81444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38171" h="8144465">
                <a:moveTo>
                  <a:pt x="0" y="8138990"/>
                </a:moveTo>
                <a:lnTo>
                  <a:pt x="1740362" y="221"/>
                </a:lnTo>
                <a:lnTo>
                  <a:pt x="3735515" y="0"/>
                </a:lnTo>
                <a:cubicBezTo>
                  <a:pt x="3737716" y="6030452"/>
                  <a:pt x="3735974" y="2114013"/>
                  <a:pt x="3738171" y="8144465"/>
                </a:cubicBezTo>
                <a:lnTo>
                  <a:pt x="0" y="813899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  <p:txBody>
          <a:bodyPr vert="vert">
            <a:noAutofit/>
          </a:bodyPr>
          <a:lstStyle>
            <a:lvl1pPr marL="0" indent="0">
              <a:buNone/>
              <a:defRPr sz="100" baseline="0">
                <a:noFill/>
              </a:defRPr>
            </a:lvl1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/>
          <p:cNvSpPr txBox="1"/>
          <p:nvPr/>
        </p:nvSpPr>
        <p:spPr>
          <a:xfrm rot="5400000">
            <a:off x="5783161" y="2619156"/>
            <a:ext cx="1881232" cy="1480344"/>
          </a:xfrm>
          <a:prstGeom prst="parallelogram">
            <a:avLst>
              <a:gd name="adj" fmla="val 27347"/>
            </a:avLst>
          </a:prstGeom>
          <a:blipFill>
            <a:blip r:embed="rId2" cstate="email"/>
            <a:stretch>
              <a:fillRect/>
            </a:stretch>
          </a:blipFill>
        </p:spPr>
        <p:txBody>
          <a:bodyPr lIns="68580" tIns="34290" rIns="68580" bIns="3429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None/>
              <a:defRPr lang="de-DE" sz="100" kern="1200" baseline="0" dirty="0">
                <a:noFill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4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90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979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4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750" indent="-17970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de-DE" sz="100" b="0" i="0" u="none" strike="noStrike" kern="1200" cap="none" spc="0" normalizeH="0" baseline="0" noProof="0">
                <a:ln>
                  <a:noFill/>
                </a:ln>
                <a:blipFill>
                  <a:blip r:embed="rId3"/>
                  <a:stretch>
                    <a:fillRect/>
                  </a:stretch>
                </a:blip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kumimoji="0" lang="de-DE" sz="100" b="0" i="0" u="none" strike="noStrike" kern="1200" cap="none" spc="0" normalizeH="0" baseline="0" noProof="0">
              <a:ln>
                <a:noFill/>
              </a:ln>
              <a:blipFill>
                <a:blip r:embed="rId3"/>
                <a:stretch>
                  <a:fillRect/>
                </a:stretch>
              </a:blip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470275"/>
            <a:ext cx="9144000" cy="167322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5"/>
          </p:nvPr>
        </p:nvSpPr>
        <p:spPr>
          <a:xfrm rot="5400000" flipV="1">
            <a:off x="6461100" y="1235004"/>
            <a:ext cx="2493259" cy="1952100"/>
          </a:xfrm>
          <a:prstGeom prst="parallelogram">
            <a:avLst>
              <a:gd name="adj" fmla="val 27486"/>
            </a:avLst>
          </a:prstGeom>
          <a:blipFill>
            <a:blip r:embed="rId3" cstate="email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 marL="135255" indent="0">
              <a:buNone/>
              <a:defRPr sz="100">
                <a:noFill/>
              </a:defRPr>
            </a:lvl2pPr>
            <a:lvl3pPr marL="269875" indent="0">
              <a:buNone/>
              <a:defRPr sz="100">
                <a:noFill/>
              </a:defRPr>
            </a:lvl3pPr>
            <a:lvl4pPr marL="405130" indent="0">
              <a:buNone/>
              <a:defRPr sz="100">
                <a:noFill/>
              </a:defRPr>
            </a:lvl4pPr>
            <a:lvl5pPr marL="539750" indent="0">
              <a:buNone/>
              <a:defRPr sz="100">
                <a:noFill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6"/>
          </p:nvPr>
        </p:nvSpPr>
        <p:spPr>
          <a:xfrm rot="5400000">
            <a:off x="5783400" y="1226904"/>
            <a:ext cx="1881900" cy="1479600"/>
          </a:xfrm>
          <a:prstGeom prst="parallelogram">
            <a:avLst>
              <a:gd name="adj" fmla="val 27486"/>
            </a:avLst>
          </a:prstGeom>
          <a:blipFill>
            <a:blip r:embed="rId2" cstate="email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 marL="135255" indent="0">
              <a:buNone/>
              <a:defRPr sz="100">
                <a:noFill/>
              </a:defRPr>
            </a:lvl2pPr>
            <a:lvl3pPr marL="269875" indent="0">
              <a:buNone/>
              <a:defRPr sz="100">
                <a:noFill/>
              </a:defRPr>
            </a:lvl3pPr>
            <a:lvl4pPr marL="405130" indent="0">
              <a:buNone/>
              <a:defRPr sz="100">
                <a:noFill/>
              </a:defRPr>
            </a:lvl4pPr>
            <a:lvl5pPr marL="539750" indent="0">
              <a:buNone/>
              <a:defRPr sz="100">
                <a:noFill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57504" y="1414761"/>
            <a:ext cx="6355745" cy="2928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59595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>
              <a:buNone/>
              <a:defRPr sz="1700">
                <a:latin typeface="Verdana" panose="020B0604030504040204"/>
                <a:cs typeface="Verdana" panose="020B0604030504040204"/>
              </a:defRPr>
            </a:lvl2pPr>
            <a:lvl3pPr marL="685800" indent="0">
              <a:buNone/>
              <a:defRPr sz="1700">
                <a:latin typeface="Verdana" panose="020B0604030504040204"/>
                <a:cs typeface="Verdana" panose="020B0604030504040204"/>
              </a:defRPr>
            </a:lvl3pPr>
            <a:lvl4pPr marL="1028700" indent="0">
              <a:buNone/>
              <a:defRPr sz="1700">
                <a:latin typeface="Verdana" panose="020B0604030504040204"/>
                <a:cs typeface="Verdana" panose="020B0604030504040204"/>
              </a:defRPr>
            </a:lvl4pPr>
            <a:lvl5pPr marL="1371600" indent="0">
              <a:buNone/>
              <a:defRPr sz="1700">
                <a:latin typeface="Verdana" panose="020B0604030504040204"/>
                <a:cs typeface="Verdana" panose="020B0604030504040204"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505" y="512324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505" y="749529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457505" y="986735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</p:spTree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34819" name="Picture 4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372971" y="3651870"/>
            <a:ext cx="5184000" cy="29289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1725"/>
              </a:lnSpc>
              <a:spcBef>
                <a:spcPts val="0"/>
              </a:spcBef>
              <a:buNone/>
              <a:defRPr sz="1800">
                <a:solidFill>
                  <a:srgbClr val="59595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>
              <a:buNone/>
              <a:defRPr sz="1700">
                <a:latin typeface="Verdana" panose="020B0604030504040204"/>
                <a:cs typeface="Verdana" panose="020B0604030504040204"/>
              </a:defRPr>
            </a:lvl2pPr>
            <a:lvl3pPr marL="685800" indent="0">
              <a:buNone/>
              <a:defRPr sz="1700">
                <a:latin typeface="Verdana" panose="020B0604030504040204"/>
                <a:cs typeface="Verdana" panose="020B0604030504040204"/>
              </a:defRPr>
            </a:lvl3pPr>
            <a:lvl4pPr marL="1028700" indent="0">
              <a:buNone/>
              <a:defRPr sz="1700">
                <a:latin typeface="Verdana" panose="020B0604030504040204"/>
                <a:cs typeface="Verdana" panose="020B0604030504040204"/>
              </a:defRPr>
            </a:lvl4pPr>
            <a:lvl5pPr marL="1371600" indent="0">
              <a:buNone/>
              <a:defRPr sz="1700">
                <a:latin typeface="Verdana" panose="020B0604030504040204"/>
                <a:cs typeface="Verdana" panose="020B0604030504040204"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372971" y="4127051"/>
            <a:ext cx="5184000" cy="2249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00" b="0">
                <a:solidFill>
                  <a:srgbClr val="595959"/>
                </a:solidFill>
                <a:latin typeface="Verdana" panose="020B0604030504040204"/>
                <a:cs typeface="Verdana" panose="020B0604030504040204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2"/>
          </p:nvPr>
        </p:nvSpPr>
        <p:spPr>
          <a:xfrm rot="5400000">
            <a:off x="1490007" y="250293"/>
            <a:ext cx="3403199" cy="6383215"/>
          </a:xfrm>
          <a:custGeom>
            <a:avLst/>
            <a:gdLst>
              <a:gd name="connsiteX0" fmla="*/ 0 w 8917307"/>
              <a:gd name="connsiteY0" fmla="*/ 5930058 h 5930058"/>
              <a:gd name="connsiteX1" fmla="*/ 2115192 w 8917307"/>
              <a:gd name="connsiteY1" fmla="*/ 0 h 5930058"/>
              <a:gd name="connsiteX2" fmla="*/ 8917307 w 8917307"/>
              <a:gd name="connsiteY2" fmla="*/ 0 h 5930058"/>
              <a:gd name="connsiteX3" fmla="*/ 6802115 w 8917307"/>
              <a:gd name="connsiteY3" fmla="*/ 5930058 h 5930058"/>
              <a:gd name="connsiteX4" fmla="*/ 0 w 8917307"/>
              <a:gd name="connsiteY4" fmla="*/ 5930058 h 5930058"/>
              <a:gd name="connsiteX0-1" fmla="*/ 0 w 8917307"/>
              <a:gd name="connsiteY0-2" fmla="*/ 5930058 h 5930058"/>
              <a:gd name="connsiteX1-3" fmla="*/ 2115192 w 8917307"/>
              <a:gd name="connsiteY1-4" fmla="*/ 0 h 5930058"/>
              <a:gd name="connsiteX2-5" fmla="*/ 8917307 w 8917307"/>
              <a:gd name="connsiteY2-6" fmla="*/ 0 h 5930058"/>
              <a:gd name="connsiteX3-7" fmla="*/ 4528818 w 8917307"/>
              <a:gd name="connsiteY3-8" fmla="*/ 5930058 h 5930058"/>
              <a:gd name="connsiteX4-9" fmla="*/ 0 w 8917307"/>
              <a:gd name="connsiteY4-10" fmla="*/ 5930058 h 5930058"/>
              <a:gd name="connsiteX0-11" fmla="*/ 0 w 4561210"/>
              <a:gd name="connsiteY0-12" fmla="*/ 5930059 h 5930059"/>
              <a:gd name="connsiteX1-13" fmla="*/ 2115192 w 4561210"/>
              <a:gd name="connsiteY1-14" fmla="*/ 1 h 5930059"/>
              <a:gd name="connsiteX2-15" fmla="*/ 4561210 w 4561210"/>
              <a:gd name="connsiteY2-16" fmla="*/ 0 h 5930059"/>
              <a:gd name="connsiteX3-17" fmla="*/ 4528818 w 4561210"/>
              <a:gd name="connsiteY3-18" fmla="*/ 5930059 h 5930059"/>
              <a:gd name="connsiteX4-19" fmla="*/ 0 w 4561210"/>
              <a:gd name="connsiteY4-20" fmla="*/ 5930059 h 5930059"/>
              <a:gd name="connsiteX0-21" fmla="*/ 0 w 3008635"/>
              <a:gd name="connsiteY0-22" fmla="*/ 5893807 h 5930059"/>
              <a:gd name="connsiteX1-23" fmla="*/ 562617 w 3008635"/>
              <a:gd name="connsiteY1-24" fmla="*/ 1 h 5930059"/>
              <a:gd name="connsiteX2-25" fmla="*/ 3008635 w 3008635"/>
              <a:gd name="connsiteY2-26" fmla="*/ 0 h 5930059"/>
              <a:gd name="connsiteX3-27" fmla="*/ 2976243 w 3008635"/>
              <a:gd name="connsiteY3-28" fmla="*/ 5930059 h 5930059"/>
              <a:gd name="connsiteX4-29" fmla="*/ 0 w 3008635"/>
              <a:gd name="connsiteY4-30" fmla="*/ 5893807 h 5930059"/>
              <a:gd name="connsiteX0-31" fmla="*/ 0 w 3008635"/>
              <a:gd name="connsiteY0-32" fmla="*/ 5893807 h 5930055"/>
              <a:gd name="connsiteX1-33" fmla="*/ 562617 w 3008635"/>
              <a:gd name="connsiteY1-34" fmla="*/ 1 h 5930055"/>
              <a:gd name="connsiteX2-35" fmla="*/ 3008635 w 3008635"/>
              <a:gd name="connsiteY2-36" fmla="*/ 0 h 5930055"/>
              <a:gd name="connsiteX3-37" fmla="*/ 2985770 w 3008635"/>
              <a:gd name="connsiteY3-38" fmla="*/ 5930057 h 5930055"/>
              <a:gd name="connsiteX4-39" fmla="*/ 0 w 3008635"/>
              <a:gd name="connsiteY4-40" fmla="*/ 5893807 h 5930055"/>
              <a:gd name="connsiteX0-41" fmla="*/ 0 w 2994348"/>
              <a:gd name="connsiteY0-42" fmla="*/ 5884745 h 5930059"/>
              <a:gd name="connsiteX1-43" fmla="*/ 548330 w 2994348"/>
              <a:gd name="connsiteY1-44" fmla="*/ 1 h 5930059"/>
              <a:gd name="connsiteX2-45" fmla="*/ 2994348 w 2994348"/>
              <a:gd name="connsiteY2-46" fmla="*/ 0 h 5930059"/>
              <a:gd name="connsiteX3-47" fmla="*/ 2971483 w 2994348"/>
              <a:gd name="connsiteY3-48" fmla="*/ 5930057 h 5930059"/>
              <a:gd name="connsiteX4-49" fmla="*/ 0 w 2994348"/>
              <a:gd name="connsiteY4-50" fmla="*/ 5884745 h 5930059"/>
              <a:gd name="connsiteX0-51" fmla="*/ 0 w 2999111"/>
              <a:gd name="connsiteY0-52" fmla="*/ 5911931 h 5930055"/>
              <a:gd name="connsiteX1-53" fmla="*/ 553093 w 2999111"/>
              <a:gd name="connsiteY1-54" fmla="*/ 1 h 5930055"/>
              <a:gd name="connsiteX2-55" fmla="*/ 2999111 w 2999111"/>
              <a:gd name="connsiteY2-56" fmla="*/ 0 h 5930055"/>
              <a:gd name="connsiteX3-57" fmla="*/ 2976246 w 2999111"/>
              <a:gd name="connsiteY3-58" fmla="*/ 5930057 h 5930055"/>
              <a:gd name="connsiteX4-59" fmla="*/ 0 w 2999111"/>
              <a:gd name="connsiteY4-60" fmla="*/ 5911931 h 5930055"/>
              <a:gd name="connsiteX0-61" fmla="*/ 0 w 3761036"/>
              <a:gd name="connsiteY0-62" fmla="*/ 5924582 h 5930056"/>
              <a:gd name="connsiteX1-63" fmla="*/ 1315018 w 3761036"/>
              <a:gd name="connsiteY1-64" fmla="*/ 1 h 5930056"/>
              <a:gd name="connsiteX2-65" fmla="*/ 3761036 w 3761036"/>
              <a:gd name="connsiteY2-66" fmla="*/ 0 h 5930056"/>
              <a:gd name="connsiteX3-67" fmla="*/ 3738171 w 3761036"/>
              <a:gd name="connsiteY3-68" fmla="*/ 5930057 h 5930056"/>
              <a:gd name="connsiteX4-69" fmla="*/ 0 w 3761036"/>
              <a:gd name="connsiteY4-70" fmla="*/ 5924582 h 5930056"/>
              <a:gd name="connsiteX0-71" fmla="*/ 0 w 3761036"/>
              <a:gd name="connsiteY0-72" fmla="*/ 6020245 h 6025720"/>
              <a:gd name="connsiteX1-73" fmla="*/ 1294065 w 3761036"/>
              <a:gd name="connsiteY1-74" fmla="*/ 0 h 6025720"/>
              <a:gd name="connsiteX2-75" fmla="*/ 3761036 w 3761036"/>
              <a:gd name="connsiteY2-76" fmla="*/ 95663 h 6025720"/>
              <a:gd name="connsiteX3-77" fmla="*/ 3738171 w 3761036"/>
              <a:gd name="connsiteY3-78" fmla="*/ 6025720 h 6025720"/>
              <a:gd name="connsiteX4-79" fmla="*/ 0 w 3761036"/>
              <a:gd name="connsiteY4-80" fmla="*/ 6020245 h 6025720"/>
              <a:gd name="connsiteX0-81" fmla="*/ 0 w 3754750"/>
              <a:gd name="connsiteY0-82" fmla="*/ 6020245 h 6025720"/>
              <a:gd name="connsiteX1-83" fmla="*/ 1294065 w 3754750"/>
              <a:gd name="connsiteY1-84" fmla="*/ 0 h 6025720"/>
              <a:gd name="connsiteX2-85" fmla="*/ 3754750 w 3754750"/>
              <a:gd name="connsiteY2-86" fmla="*/ 33046 h 6025720"/>
              <a:gd name="connsiteX3-87" fmla="*/ 3738171 w 3754750"/>
              <a:gd name="connsiteY3-88" fmla="*/ 6025720 h 6025720"/>
              <a:gd name="connsiteX4-89" fmla="*/ 0 w 3754750"/>
              <a:gd name="connsiteY4-90" fmla="*/ 6020245 h 6025720"/>
              <a:gd name="connsiteX0-91" fmla="*/ 0 w 3761036"/>
              <a:gd name="connsiteY0-92" fmla="*/ 6020245 h 6025720"/>
              <a:gd name="connsiteX1-93" fmla="*/ 1294065 w 3761036"/>
              <a:gd name="connsiteY1-94" fmla="*/ 0 h 6025720"/>
              <a:gd name="connsiteX2-95" fmla="*/ 3761036 w 3761036"/>
              <a:gd name="connsiteY2-96" fmla="*/ 22610 h 6025720"/>
              <a:gd name="connsiteX3-97" fmla="*/ 3738171 w 3761036"/>
              <a:gd name="connsiteY3-98" fmla="*/ 6025720 h 6025720"/>
              <a:gd name="connsiteX4-99" fmla="*/ 0 w 3761036"/>
              <a:gd name="connsiteY4-100" fmla="*/ 6020245 h 6025720"/>
              <a:gd name="connsiteX0-101" fmla="*/ 0 w 3740292"/>
              <a:gd name="connsiteY0-102" fmla="*/ 6020245 h 6025720"/>
              <a:gd name="connsiteX1-103" fmla="*/ 1294065 w 3740292"/>
              <a:gd name="connsiteY1-104" fmla="*/ 0 h 6025720"/>
              <a:gd name="connsiteX2-105" fmla="*/ 3737464 w 3740292"/>
              <a:gd name="connsiteY2-106" fmla="*/ 19349 h 6025720"/>
              <a:gd name="connsiteX3-107" fmla="*/ 3738171 w 3740292"/>
              <a:gd name="connsiteY3-108" fmla="*/ 6025720 h 6025720"/>
              <a:gd name="connsiteX4-109" fmla="*/ 0 w 3740292"/>
              <a:gd name="connsiteY4-110" fmla="*/ 6020245 h 6025720"/>
              <a:gd name="connsiteX0-111" fmla="*/ 0 w 3740103"/>
              <a:gd name="connsiteY0-112" fmla="*/ 6020245 h 6025720"/>
              <a:gd name="connsiteX1-113" fmla="*/ 1294065 w 3740103"/>
              <a:gd name="connsiteY1-114" fmla="*/ 0 h 6025720"/>
              <a:gd name="connsiteX2-115" fmla="*/ 3735502 w 3740103"/>
              <a:gd name="connsiteY2-116" fmla="*/ 12827 h 6025720"/>
              <a:gd name="connsiteX3-117" fmla="*/ 3738171 w 3740103"/>
              <a:gd name="connsiteY3-118" fmla="*/ 6025720 h 6025720"/>
              <a:gd name="connsiteX4-119" fmla="*/ 0 w 3740103"/>
              <a:gd name="connsiteY4-120" fmla="*/ 6020245 h 6025720"/>
              <a:gd name="connsiteX0-121" fmla="*/ 0 w 3740103"/>
              <a:gd name="connsiteY0-122" fmla="*/ 6020463 h 6025938"/>
              <a:gd name="connsiteX1-123" fmla="*/ 1294065 w 3740103"/>
              <a:gd name="connsiteY1-124" fmla="*/ 218 h 6025938"/>
              <a:gd name="connsiteX2-125" fmla="*/ 3735502 w 3740103"/>
              <a:gd name="connsiteY2-126" fmla="*/ 0 h 6025938"/>
              <a:gd name="connsiteX3-127" fmla="*/ 3738171 w 3740103"/>
              <a:gd name="connsiteY3-128" fmla="*/ 6025938 h 6025938"/>
              <a:gd name="connsiteX4-129" fmla="*/ 0 w 3740103"/>
              <a:gd name="connsiteY4-130" fmla="*/ 6020463 h 6025938"/>
              <a:gd name="connsiteX0-131" fmla="*/ 0 w 3741397"/>
              <a:gd name="connsiteY0-132" fmla="*/ 6023725 h 6029200"/>
              <a:gd name="connsiteX1-133" fmla="*/ 1294065 w 3741397"/>
              <a:gd name="connsiteY1-134" fmla="*/ 3480 h 6029200"/>
              <a:gd name="connsiteX2-135" fmla="*/ 3741397 w 3741397"/>
              <a:gd name="connsiteY2-136" fmla="*/ 0 h 6029200"/>
              <a:gd name="connsiteX3-137" fmla="*/ 3738171 w 3741397"/>
              <a:gd name="connsiteY3-138" fmla="*/ 6029200 h 6029200"/>
              <a:gd name="connsiteX4-139" fmla="*/ 0 w 3741397"/>
              <a:gd name="connsiteY4-140" fmla="*/ 6023725 h 6029200"/>
              <a:gd name="connsiteX0-141" fmla="*/ 0 w 3747290"/>
              <a:gd name="connsiteY0-142" fmla="*/ 6023725 h 6029200"/>
              <a:gd name="connsiteX1-143" fmla="*/ 1294065 w 3747290"/>
              <a:gd name="connsiteY1-144" fmla="*/ 3480 h 6029200"/>
              <a:gd name="connsiteX2-145" fmla="*/ 3747290 w 3747290"/>
              <a:gd name="connsiteY2-146" fmla="*/ 0 h 6029200"/>
              <a:gd name="connsiteX3-147" fmla="*/ 3738171 w 3747290"/>
              <a:gd name="connsiteY3-148" fmla="*/ 6029200 h 6029200"/>
              <a:gd name="connsiteX4-149" fmla="*/ 0 w 3747290"/>
              <a:gd name="connsiteY4-150" fmla="*/ 6023725 h 6029200"/>
              <a:gd name="connsiteX0-151" fmla="*/ 0 w 3743362"/>
              <a:gd name="connsiteY0-152" fmla="*/ 6023725 h 6029200"/>
              <a:gd name="connsiteX1-153" fmla="*/ 1294065 w 3743362"/>
              <a:gd name="connsiteY1-154" fmla="*/ 3480 h 6029200"/>
              <a:gd name="connsiteX2-155" fmla="*/ 3743362 w 3743362"/>
              <a:gd name="connsiteY2-156" fmla="*/ 0 h 6029200"/>
              <a:gd name="connsiteX3-157" fmla="*/ 3738171 w 3743362"/>
              <a:gd name="connsiteY3-158" fmla="*/ 6029200 h 6029200"/>
              <a:gd name="connsiteX4-159" fmla="*/ 0 w 3743362"/>
              <a:gd name="connsiteY4-160" fmla="*/ 6023725 h 6029200"/>
              <a:gd name="connsiteX0-161" fmla="*/ 0 w 3740103"/>
              <a:gd name="connsiteY0-162" fmla="*/ 6023725 h 6029200"/>
              <a:gd name="connsiteX1-163" fmla="*/ 1294065 w 3740103"/>
              <a:gd name="connsiteY1-164" fmla="*/ 3480 h 6029200"/>
              <a:gd name="connsiteX2-165" fmla="*/ 3735505 w 3740103"/>
              <a:gd name="connsiteY2-166" fmla="*/ 0 h 6029200"/>
              <a:gd name="connsiteX3-167" fmla="*/ 3738171 w 3740103"/>
              <a:gd name="connsiteY3-168" fmla="*/ 6029200 h 6029200"/>
              <a:gd name="connsiteX4-169" fmla="*/ 0 w 3740103"/>
              <a:gd name="connsiteY4-170" fmla="*/ 6023725 h 6029200"/>
              <a:gd name="connsiteX0-171" fmla="*/ 0 w 3740103"/>
              <a:gd name="connsiteY0-172" fmla="*/ 6023726 h 6029201"/>
              <a:gd name="connsiteX1-173" fmla="*/ 1294065 w 3740103"/>
              <a:gd name="connsiteY1-174" fmla="*/ 3481 h 6029201"/>
              <a:gd name="connsiteX2-175" fmla="*/ 3735508 w 3740103"/>
              <a:gd name="connsiteY2-176" fmla="*/ 0 h 6029201"/>
              <a:gd name="connsiteX3-177" fmla="*/ 3738171 w 3740103"/>
              <a:gd name="connsiteY3-178" fmla="*/ 6029201 h 6029201"/>
              <a:gd name="connsiteX4-179" fmla="*/ 0 w 3740103"/>
              <a:gd name="connsiteY4-180" fmla="*/ 6023726 h 6029201"/>
              <a:gd name="connsiteX0-181" fmla="*/ 0 w 3740727"/>
              <a:gd name="connsiteY0-182" fmla="*/ 6023726 h 6029201"/>
              <a:gd name="connsiteX1-183" fmla="*/ 1294065 w 3740727"/>
              <a:gd name="connsiteY1-184" fmla="*/ 3481 h 6029201"/>
              <a:gd name="connsiteX2-185" fmla="*/ 3735508 w 3740727"/>
              <a:gd name="connsiteY2-186" fmla="*/ 0 h 6029201"/>
              <a:gd name="connsiteX3-187" fmla="*/ 3738171 w 3740727"/>
              <a:gd name="connsiteY3-188" fmla="*/ 6029201 h 6029201"/>
              <a:gd name="connsiteX4-189" fmla="*/ 0 w 3740727"/>
              <a:gd name="connsiteY4-190" fmla="*/ 6023726 h 6029201"/>
              <a:gd name="connsiteX0-191" fmla="*/ 0 w 3740728"/>
              <a:gd name="connsiteY0-192" fmla="*/ 6023726 h 6029201"/>
              <a:gd name="connsiteX1-193" fmla="*/ 1294065 w 3740728"/>
              <a:gd name="connsiteY1-194" fmla="*/ 3481 h 6029201"/>
              <a:gd name="connsiteX2-195" fmla="*/ 3735508 w 3740728"/>
              <a:gd name="connsiteY2-196" fmla="*/ 0 h 6029201"/>
              <a:gd name="connsiteX3-197" fmla="*/ 3738171 w 3740728"/>
              <a:gd name="connsiteY3-198" fmla="*/ 6029201 h 6029201"/>
              <a:gd name="connsiteX4-199" fmla="*/ 0 w 3740728"/>
              <a:gd name="connsiteY4-200" fmla="*/ 6023726 h 6029201"/>
              <a:gd name="connsiteX0-201" fmla="*/ 0 w 3738171"/>
              <a:gd name="connsiteY0-202" fmla="*/ 6023726 h 6029201"/>
              <a:gd name="connsiteX1-203" fmla="*/ 1294065 w 3738171"/>
              <a:gd name="connsiteY1-204" fmla="*/ 3481 h 6029201"/>
              <a:gd name="connsiteX2-205" fmla="*/ 3735508 w 3738171"/>
              <a:gd name="connsiteY2-206" fmla="*/ 0 h 6029201"/>
              <a:gd name="connsiteX3-207" fmla="*/ 3738171 w 3738171"/>
              <a:gd name="connsiteY3-208" fmla="*/ 6029201 h 6029201"/>
              <a:gd name="connsiteX4-209" fmla="*/ 0 w 3738171"/>
              <a:gd name="connsiteY4-210" fmla="*/ 6023726 h 6029201"/>
              <a:gd name="connsiteX0-211" fmla="*/ 0 w 3738171"/>
              <a:gd name="connsiteY0-212" fmla="*/ 6023726 h 6029201"/>
              <a:gd name="connsiteX1-213" fmla="*/ 1294065 w 3738171"/>
              <a:gd name="connsiteY1-214" fmla="*/ 3481 h 6029201"/>
              <a:gd name="connsiteX2-215" fmla="*/ 3735508 w 3738171"/>
              <a:gd name="connsiteY2-216" fmla="*/ 0 h 6029201"/>
              <a:gd name="connsiteX3-217" fmla="*/ 3738171 w 3738171"/>
              <a:gd name="connsiteY3-218" fmla="*/ 6029201 h 6029201"/>
              <a:gd name="connsiteX4-219" fmla="*/ 0 w 3738171"/>
              <a:gd name="connsiteY4-220" fmla="*/ 6023726 h 6029201"/>
              <a:gd name="connsiteX0-221" fmla="*/ 0 w 3738171"/>
              <a:gd name="connsiteY0-222" fmla="*/ 6023727 h 6029202"/>
              <a:gd name="connsiteX1-223" fmla="*/ 1294065 w 3738171"/>
              <a:gd name="connsiteY1-224" fmla="*/ 3482 h 6029202"/>
              <a:gd name="connsiteX2-225" fmla="*/ 3735510 w 3738171"/>
              <a:gd name="connsiteY2-226" fmla="*/ 0 h 6029202"/>
              <a:gd name="connsiteX3-227" fmla="*/ 3738171 w 3738171"/>
              <a:gd name="connsiteY3-228" fmla="*/ 6029202 h 6029202"/>
              <a:gd name="connsiteX4-229" fmla="*/ 0 w 3738171"/>
              <a:gd name="connsiteY4-230" fmla="*/ 6023727 h 6029202"/>
              <a:gd name="connsiteX0-231" fmla="*/ 0 w 3738171"/>
              <a:gd name="connsiteY0-232" fmla="*/ 6023727 h 6029202"/>
              <a:gd name="connsiteX1-233" fmla="*/ 1294065 w 3738171"/>
              <a:gd name="connsiteY1-234" fmla="*/ 3482 h 6029202"/>
              <a:gd name="connsiteX2-235" fmla="*/ 3735510 w 3738171"/>
              <a:gd name="connsiteY2-236" fmla="*/ 0 h 6029202"/>
              <a:gd name="connsiteX3-237" fmla="*/ 3738171 w 3738171"/>
              <a:gd name="connsiteY3-238" fmla="*/ 6029202 h 6029202"/>
              <a:gd name="connsiteX4-239" fmla="*/ 0 w 3738171"/>
              <a:gd name="connsiteY4-240" fmla="*/ 6023727 h 6029202"/>
              <a:gd name="connsiteX0-241" fmla="*/ 0 w 3738171"/>
              <a:gd name="connsiteY0-242" fmla="*/ 6020465 h 6025940"/>
              <a:gd name="connsiteX1-243" fmla="*/ 1294065 w 3738171"/>
              <a:gd name="connsiteY1-244" fmla="*/ 220 h 6025940"/>
              <a:gd name="connsiteX2-245" fmla="*/ 3735510 w 3738171"/>
              <a:gd name="connsiteY2-246" fmla="*/ 0 h 6025940"/>
              <a:gd name="connsiteX3-247" fmla="*/ 3738171 w 3738171"/>
              <a:gd name="connsiteY3-248" fmla="*/ 6025940 h 6025940"/>
              <a:gd name="connsiteX4-249" fmla="*/ 0 w 3738171"/>
              <a:gd name="connsiteY4-250" fmla="*/ 6020465 h 6025940"/>
              <a:gd name="connsiteX0-251" fmla="*/ 0 w 3738171"/>
              <a:gd name="connsiteY0-252" fmla="*/ 8138769 h 8144244"/>
              <a:gd name="connsiteX1-253" fmla="*/ 1740362 w 3738171"/>
              <a:gd name="connsiteY1-254" fmla="*/ 0 h 8144244"/>
              <a:gd name="connsiteX2-255" fmla="*/ 3735510 w 3738171"/>
              <a:gd name="connsiteY2-256" fmla="*/ 2118304 h 8144244"/>
              <a:gd name="connsiteX3-257" fmla="*/ 3738171 w 3738171"/>
              <a:gd name="connsiteY3-258" fmla="*/ 8144244 h 8144244"/>
              <a:gd name="connsiteX4-259" fmla="*/ 0 w 3738171"/>
              <a:gd name="connsiteY4-260" fmla="*/ 8138769 h 8144244"/>
              <a:gd name="connsiteX0-261" fmla="*/ 0 w 3738171"/>
              <a:gd name="connsiteY0-262" fmla="*/ 8138769 h 8144244"/>
              <a:gd name="connsiteX1-263" fmla="*/ 1740362 w 3738171"/>
              <a:gd name="connsiteY1-264" fmla="*/ 0 h 8144244"/>
              <a:gd name="connsiteX2-265" fmla="*/ 3729226 w 3738171"/>
              <a:gd name="connsiteY2-266" fmla="*/ 20651 h 8144244"/>
              <a:gd name="connsiteX3-267" fmla="*/ 3738171 w 3738171"/>
              <a:gd name="connsiteY3-268" fmla="*/ 8144244 h 8144244"/>
              <a:gd name="connsiteX4-269" fmla="*/ 0 w 3738171"/>
              <a:gd name="connsiteY4-270" fmla="*/ 8138769 h 8144244"/>
              <a:gd name="connsiteX0-271" fmla="*/ 0 w 3738171"/>
              <a:gd name="connsiteY0-272" fmla="*/ 8138989 h 8144464"/>
              <a:gd name="connsiteX1-273" fmla="*/ 1740362 w 3738171"/>
              <a:gd name="connsiteY1-274" fmla="*/ 220 h 8144464"/>
              <a:gd name="connsiteX2-275" fmla="*/ 3722943 w 3738171"/>
              <a:gd name="connsiteY2-276" fmla="*/ -1 h 8144464"/>
              <a:gd name="connsiteX3-277" fmla="*/ 3738171 w 3738171"/>
              <a:gd name="connsiteY3-278" fmla="*/ 8144464 h 8144464"/>
              <a:gd name="connsiteX4-279" fmla="*/ 0 w 3738171"/>
              <a:gd name="connsiteY4-280" fmla="*/ 8138989 h 8144464"/>
              <a:gd name="connsiteX0-281" fmla="*/ 0 w 3738171"/>
              <a:gd name="connsiteY0-282" fmla="*/ 8138990 h 8144465"/>
              <a:gd name="connsiteX1-283" fmla="*/ 1740362 w 3738171"/>
              <a:gd name="connsiteY1-284" fmla="*/ 221 h 8144465"/>
              <a:gd name="connsiteX2-285" fmla="*/ 3735515 w 3738171"/>
              <a:gd name="connsiteY2-286" fmla="*/ 0 h 8144465"/>
              <a:gd name="connsiteX3-287" fmla="*/ 3738171 w 3738171"/>
              <a:gd name="connsiteY3-288" fmla="*/ 8144465 h 8144465"/>
              <a:gd name="connsiteX4-289" fmla="*/ 0 w 3738171"/>
              <a:gd name="connsiteY4-290" fmla="*/ 8138990 h 81444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38171" h="8144465">
                <a:moveTo>
                  <a:pt x="0" y="8138990"/>
                </a:moveTo>
                <a:lnTo>
                  <a:pt x="1740362" y="221"/>
                </a:lnTo>
                <a:lnTo>
                  <a:pt x="3735515" y="0"/>
                </a:lnTo>
                <a:cubicBezTo>
                  <a:pt x="3737716" y="6030452"/>
                  <a:pt x="3735974" y="2114013"/>
                  <a:pt x="3738171" y="8144465"/>
                </a:cubicBezTo>
                <a:lnTo>
                  <a:pt x="0" y="813899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  <p:txBody>
          <a:bodyPr vert="vert">
            <a:noAutofit/>
          </a:bodyPr>
          <a:lstStyle>
            <a:lvl1pPr marL="0" indent="0">
              <a:buNone/>
              <a:defRPr sz="100" baseline="0">
                <a:noFill/>
              </a:defRPr>
            </a:lvl1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35844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95233"/>
            <a:ext cx="8731800" cy="3587656"/>
          </a:xfrm>
        </p:spPr>
        <p:txBody>
          <a:bodyPr/>
          <a:lstStyle>
            <a:lvl1pPr>
              <a:defRPr baseline="0">
                <a:solidFill>
                  <a:srgbClr val="595959"/>
                </a:solidFill>
              </a:defRPr>
            </a:lvl1pPr>
            <a:lvl2pPr>
              <a:defRPr>
                <a:solidFill>
                  <a:srgbClr val="595959"/>
                </a:solidFill>
              </a:defRPr>
            </a:lvl2pPr>
            <a:lvl3pPr>
              <a:defRPr>
                <a:solidFill>
                  <a:srgbClr val="595959"/>
                </a:solidFill>
              </a:defRPr>
            </a:lvl3pPr>
            <a:lvl4pPr>
              <a:defRPr>
                <a:solidFill>
                  <a:srgbClr val="595959"/>
                </a:solidFill>
              </a:defRPr>
            </a:lvl4pPr>
            <a:lvl5pPr>
              <a:defRPr>
                <a:solidFill>
                  <a:srgbClr val="595959"/>
                </a:solidFill>
              </a:defRPr>
            </a:lvl5pPr>
            <a:lvl6pPr marL="810260">
              <a:defRPr>
                <a:solidFill>
                  <a:srgbClr val="595959"/>
                </a:solidFill>
              </a:defRPr>
            </a:lvl6pPr>
            <a:lvl7pPr marL="944880">
              <a:lnSpc>
                <a:spcPct val="100000"/>
              </a:lnSpc>
              <a:spcBef>
                <a:spcPts val="750"/>
              </a:spcBef>
              <a:defRPr>
                <a:solidFill>
                  <a:srgbClr val="595959"/>
                </a:solidFill>
              </a:defRPr>
            </a:lvl7pPr>
            <a:lvl8pPr>
              <a:defRPr>
                <a:solidFill>
                  <a:srgbClr val="595959"/>
                </a:solidFill>
              </a:defRPr>
            </a:lvl8pPr>
            <a:lvl9pPr>
              <a:defRPr>
                <a:solidFill>
                  <a:srgbClr val="595959"/>
                </a:solidFill>
              </a:defRPr>
            </a:lvl9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2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36868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8731800" cy="3618363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7892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  <p:sp>
        <p:nvSpPr>
          <p:cNvPr id="3" name="SmartArt Placeholder 2"/>
          <p:cNvSpPr>
            <a:spLocks noGrp="1"/>
          </p:cNvSpPr>
          <p:nvPr>
            <p:ph type="pic" sz="quarter" idx="11"/>
          </p:nvPr>
        </p:nvSpPr>
        <p:spPr>
          <a:xfrm>
            <a:off x="269669" y="1156648"/>
            <a:ext cx="8686674" cy="3527759"/>
          </a:xfrm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135255" marR="0" lvl="0" indent="-17145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38916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  <p:sp>
        <p:nvSpPr>
          <p:cNvPr id="3" name="SmartArt Placeholder 2"/>
          <p:cNvSpPr>
            <a:spLocks noGrp="1"/>
          </p:cNvSpPr>
          <p:nvPr>
            <p:ph type="pic" sz="quarter" idx="11"/>
          </p:nvPr>
        </p:nvSpPr>
        <p:spPr>
          <a:xfrm>
            <a:off x="269669" y="1156648"/>
            <a:ext cx="8686674" cy="3527759"/>
          </a:xfrm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135255" marR="0" lvl="0" indent="-17145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9940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6016683" cy="361836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5" name="Bildplatzhalter 5"/>
          <p:cNvSpPr>
            <a:spLocks noGrp="1"/>
          </p:cNvSpPr>
          <p:nvPr>
            <p:ph type="pic" sz="quarter" idx="22"/>
          </p:nvPr>
        </p:nvSpPr>
        <p:spPr>
          <a:xfrm>
            <a:off x="6293072" y="1044055"/>
            <a:ext cx="2640369" cy="3638834"/>
          </a:xfrm>
          <a:custGeom>
            <a:avLst/>
            <a:gdLst>
              <a:gd name="connsiteX0" fmla="*/ 0 w 2692400"/>
              <a:gd name="connsiteY0" fmla="*/ 5308600 h 5308600"/>
              <a:gd name="connsiteX1" fmla="*/ 0 w 2692400"/>
              <a:gd name="connsiteY1" fmla="*/ 0 h 5308600"/>
              <a:gd name="connsiteX2" fmla="*/ 2692400 w 2692400"/>
              <a:gd name="connsiteY2" fmla="*/ 0 h 5308600"/>
              <a:gd name="connsiteX3" fmla="*/ 2692400 w 2692400"/>
              <a:gd name="connsiteY3" fmla="*/ 5308600 h 5308600"/>
              <a:gd name="connsiteX4" fmla="*/ 0 w 2692400"/>
              <a:gd name="connsiteY4" fmla="*/ 5308600 h 5308600"/>
              <a:gd name="connsiteX0-1" fmla="*/ 0 w 2692400"/>
              <a:gd name="connsiteY0-2" fmla="*/ 5308600 h 5308600"/>
              <a:gd name="connsiteX1-3" fmla="*/ 0 w 2692400"/>
              <a:gd name="connsiteY1-4" fmla="*/ 0 h 5308600"/>
              <a:gd name="connsiteX2-5" fmla="*/ 2692400 w 2692400"/>
              <a:gd name="connsiteY2-6" fmla="*/ 919163 h 5308600"/>
              <a:gd name="connsiteX3-7" fmla="*/ 2692400 w 2692400"/>
              <a:gd name="connsiteY3-8" fmla="*/ 5308600 h 5308600"/>
              <a:gd name="connsiteX4-9" fmla="*/ 0 w 2692400"/>
              <a:gd name="connsiteY4-10" fmla="*/ 5308600 h 5308600"/>
              <a:gd name="connsiteX0-11" fmla="*/ 0 w 2692400"/>
              <a:gd name="connsiteY0-12" fmla="*/ 5308600 h 5308600"/>
              <a:gd name="connsiteX1-13" fmla="*/ 0 w 2692400"/>
              <a:gd name="connsiteY1-14" fmla="*/ 0 h 5308600"/>
              <a:gd name="connsiteX2-15" fmla="*/ 2692400 w 2692400"/>
              <a:gd name="connsiteY2-16" fmla="*/ 923925 h 5308600"/>
              <a:gd name="connsiteX3-17" fmla="*/ 2692400 w 2692400"/>
              <a:gd name="connsiteY3-18" fmla="*/ 5308600 h 5308600"/>
              <a:gd name="connsiteX4-19" fmla="*/ 0 w 2692400"/>
              <a:gd name="connsiteY4-20" fmla="*/ 5308600 h 5308600"/>
              <a:gd name="connsiteX0-21" fmla="*/ 0 w 2692400"/>
              <a:gd name="connsiteY0-22" fmla="*/ 4362450 h 5308600"/>
              <a:gd name="connsiteX1-23" fmla="*/ 0 w 2692400"/>
              <a:gd name="connsiteY1-24" fmla="*/ 0 h 5308600"/>
              <a:gd name="connsiteX2-25" fmla="*/ 2692400 w 2692400"/>
              <a:gd name="connsiteY2-26" fmla="*/ 923925 h 5308600"/>
              <a:gd name="connsiteX3-27" fmla="*/ 2692400 w 2692400"/>
              <a:gd name="connsiteY3-28" fmla="*/ 5308600 h 5308600"/>
              <a:gd name="connsiteX4-29" fmla="*/ 0 w 2692400"/>
              <a:gd name="connsiteY4-30" fmla="*/ 4362450 h 5308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2400" h="5308600">
                <a:moveTo>
                  <a:pt x="0" y="4362450"/>
                </a:moveTo>
                <a:lnTo>
                  <a:pt x="0" y="0"/>
                </a:lnTo>
                <a:lnTo>
                  <a:pt x="2692400" y="923925"/>
                </a:lnTo>
                <a:lnTo>
                  <a:pt x="2692400" y="5308600"/>
                </a:lnTo>
                <a:lnTo>
                  <a:pt x="0" y="4362450"/>
                </a:lnTo>
                <a:close/>
              </a:path>
            </a:pathLst>
          </a:custGeom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0" indent="0">
              <a:buNone/>
              <a:defRPr baseline="0"/>
            </a:lvl1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Click icon to add picture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&amp; 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0964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6016683" cy="361836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5" name="Bildplatzhalter 5"/>
          <p:cNvSpPr>
            <a:spLocks noGrp="1"/>
          </p:cNvSpPr>
          <p:nvPr>
            <p:ph type="pic" sz="quarter" idx="22"/>
          </p:nvPr>
        </p:nvSpPr>
        <p:spPr>
          <a:xfrm>
            <a:off x="6293072" y="1044055"/>
            <a:ext cx="2640369" cy="3638834"/>
          </a:xfrm>
          <a:custGeom>
            <a:avLst/>
            <a:gdLst>
              <a:gd name="connsiteX0" fmla="*/ 0 w 2692400"/>
              <a:gd name="connsiteY0" fmla="*/ 5308600 h 5308600"/>
              <a:gd name="connsiteX1" fmla="*/ 0 w 2692400"/>
              <a:gd name="connsiteY1" fmla="*/ 0 h 5308600"/>
              <a:gd name="connsiteX2" fmla="*/ 2692400 w 2692400"/>
              <a:gd name="connsiteY2" fmla="*/ 0 h 5308600"/>
              <a:gd name="connsiteX3" fmla="*/ 2692400 w 2692400"/>
              <a:gd name="connsiteY3" fmla="*/ 5308600 h 5308600"/>
              <a:gd name="connsiteX4" fmla="*/ 0 w 2692400"/>
              <a:gd name="connsiteY4" fmla="*/ 5308600 h 5308600"/>
              <a:gd name="connsiteX0-1" fmla="*/ 0 w 2692400"/>
              <a:gd name="connsiteY0-2" fmla="*/ 5308600 h 5308600"/>
              <a:gd name="connsiteX1-3" fmla="*/ 0 w 2692400"/>
              <a:gd name="connsiteY1-4" fmla="*/ 0 h 5308600"/>
              <a:gd name="connsiteX2-5" fmla="*/ 2692400 w 2692400"/>
              <a:gd name="connsiteY2-6" fmla="*/ 919163 h 5308600"/>
              <a:gd name="connsiteX3-7" fmla="*/ 2692400 w 2692400"/>
              <a:gd name="connsiteY3-8" fmla="*/ 5308600 h 5308600"/>
              <a:gd name="connsiteX4-9" fmla="*/ 0 w 2692400"/>
              <a:gd name="connsiteY4-10" fmla="*/ 5308600 h 5308600"/>
              <a:gd name="connsiteX0-11" fmla="*/ 0 w 2692400"/>
              <a:gd name="connsiteY0-12" fmla="*/ 5308600 h 5308600"/>
              <a:gd name="connsiteX1-13" fmla="*/ 0 w 2692400"/>
              <a:gd name="connsiteY1-14" fmla="*/ 0 h 5308600"/>
              <a:gd name="connsiteX2-15" fmla="*/ 2692400 w 2692400"/>
              <a:gd name="connsiteY2-16" fmla="*/ 923925 h 5308600"/>
              <a:gd name="connsiteX3-17" fmla="*/ 2692400 w 2692400"/>
              <a:gd name="connsiteY3-18" fmla="*/ 5308600 h 5308600"/>
              <a:gd name="connsiteX4-19" fmla="*/ 0 w 2692400"/>
              <a:gd name="connsiteY4-20" fmla="*/ 5308600 h 5308600"/>
              <a:gd name="connsiteX0-21" fmla="*/ 0 w 2692400"/>
              <a:gd name="connsiteY0-22" fmla="*/ 4362450 h 5308600"/>
              <a:gd name="connsiteX1-23" fmla="*/ 0 w 2692400"/>
              <a:gd name="connsiteY1-24" fmla="*/ 0 h 5308600"/>
              <a:gd name="connsiteX2-25" fmla="*/ 2692400 w 2692400"/>
              <a:gd name="connsiteY2-26" fmla="*/ 923925 h 5308600"/>
              <a:gd name="connsiteX3-27" fmla="*/ 2692400 w 2692400"/>
              <a:gd name="connsiteY3-28" fmla="*/ 5308600 h 5308600"/>
              <a:gd name="connsiteX4-29" fmla="*/ 0 w 2692400"/>
              <a:gd name="connsiteY4-30" fmla="*/ 4362450 h 5308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2400" h="5308600">
                <a:moveTo>
                  <a:pt x="0" y="4362450"/>
                </a:moveTo>
                <a:lnTo>
                  <a:pt x="0" y="0"/>
                </a:lnTo>
                <a:lnTo>
                  <a:pt x="2692400" y="923925"/>
                </a:lnTo>
                <a:lnTo>
                  <a:pt x="2692400" y="5308600"/>
                </a:lnTo>
                <a:lnTo>
                  <a:pt x="0" y="4362450"/>
                </a:lnTo>
                <a:close/>
              </a:path>
            </a:pathLst>
          </a:custGeom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0" indent="0">
              <a:buNone/>
              <a:defRPr baseline="0"/>
            </a:lvl1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Click icon to add picture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988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81688" y="1115705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6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4640441" y="1115704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85003" y="462804"/>
            <a:ext cx="8458674" cy="5710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3012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81688" y="1115705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6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4640441" y="1115704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85003" y="462804"/>
            <a:ext cx="8458674" cy="5710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4036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474767" y="474720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5060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474767" y="474720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22"/>
          <p:cNvSpPr/>
          <p:nvPr/>
        </p:nvSpPr>
        <p:spPr>
          <a:xfrm rot="10800000">
            <a:off x="3484563" y="0"/>
            <a:ext cx="5676900" cy="51435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htwinkliges Dreieck 22"/>
          <p:cNvSpPr/>
          <p:nvPr/>
        </p:nvSpPr>
        <p:spPr>
          <a:xfrm>
            <a:off x="0" y="3470275"/>
            <a:ext cx="1755775" cy="1673225"/>
          </a:xfrm>
          <a:prstGeom prst="rt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73075" y="3260725"/>
            <a:ext cx="4386263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ABM Knowledgeware Limited.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Corporate Office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ABM House, Plot No. 268,Linking Road, Bandra West,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Mumbai-400 050.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Tel:  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+91 22 4290 9700 </a:t>
            </a: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Email: 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egovernance@abmindia.com</a:t>
            </a: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Web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www.abmindia.com</a:t>
            </a: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EA00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altLang="en-US" sz="500" b="1" i="0" u="none" strike="noStrike" kern="1200" cap="none" spc="0" normalizeH="0" baseline="0" noProof="0">
              <a:ln>
                <a:noFill/>
              </a:ln>
              <a:solidFill>
                <a:srgbClr val="EA008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Right Triangle 5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7109" name="Picture 6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platzhalter 2"/>
          <p:cNvSpPr>
            <a:spLocks noGrp="1"/>
          </p:cNvSpPr>
          <p:nvPr>
            <p:ph type="body" sz="quarter" idx="22"/>
          </p:nvPr>
        </p:nvSpPr>
        <p:spPr>
          <a:xfrm rot="5400000">
            <a:off x="1263870" y="482194"/>
            <a:ext cx="3398674" cy="5923937"/>
          </a:xfrm>
          <a:custGeom>
            <a:avLst/>
            <a:gdLst>
              <a:gd name="connsiteX0" fmla="*/ 0 w 8917307"/>
              <a:gd name="connsiteY0" fmla="*/ 5930058 h 5930058"/>
              <a:gd name="connsiteX1" fmla="*/ 2115192 w 8917307"/>
              <a:gd name="connsiteY1" fmla="*/ 0 h 5930058"/>
              <a:gd name="connsiteX2" fmla="*/ 8917307 w 8917307"/>
              <a:gd name="connsiteY2" fmla="*/ 0 h 5930058"/>
              <a:gd name="connsiteX3" fmla="*/ 6802115 w 8917307"/>
              <a:gd name="connsiteY3" fmla="*/ 5930058 h 5930058"/>
              <a:gd name="connsiteX4" fmla="*/ 0 w 8917307"/>
              <a:gd name="connsiteY4" fmla="*/ 5930058 h 5930058"/>
              <a:gd name="connsiteX0-1" fmla="*/ 0 w 8917307"/>
              <a:gd name="connsiteY0-2" fmla="*/ 5930058 h 5930058"/>
              <a:gd name="connsiteX1-3" fmla="*/ 2115192 w 8917307"/>
              <a:gd name="connsiteY1-4" fmla="*/ 0 h 5930058"/>
              <a:gd name="connsiteX2-5" fmla="*/ 8917307 w 8917307"/>
              <a:gd name="connsiteY2-6" fmla="*/ 0 h 5930058"/>
              <a:gd name="connsiteX3-7" fmla="*/ 4528818 w 8917307"/>
              <a:gd name="connsiteY3-8" fmla="*/ 5930058 h 5930058"/>
              <a:gd name="connsiteX4-9" fmla="*/ 0 w 8917307"/>
              <a:gd name="connsiteY4-10" fmla="*/ 5930058 h 5930058"/>
              <a:gd name="connsiteX0-11" fmla="*/ 0 w 4561210"/>
              <a:gd name="connsiteY0-12" fmla="*/ 5930059 h 5930059"/>
              <a:gd name="connsiteX1-13" fmla="*/ 2115192 w 4561210"/>
              <a:gd name="connsiteY1-14" fmla="*/ 1 h 5930059"/>
              <a:gd name="connsiteX2-15" fmla="*/ 4561210 w 4561210"/>
              <a:gd name="connsiteY2-16" fmla="*/ 0 h 5930059"/>
              <a:gd name="connsiteX3-17" fmla="*/ 4528818 w 4561210"/>
              <a:gd name="connsiteY3-18" fmla="*/ 5930059 h 5930059"/>
              <a:gd name="connsiteX4-19" fmla="*/ 0 w 4561210"/>
              <a:gd name="connsiteY4-20" fmla="*/ 5930059 h 5930059"/>
              <a:gd name="connsiteX0-21" fmla="*/ 0 w 3008635"/>
              <a:gd name="connsiteY0-22" fmla="*/ 5893807 h 5930059"/>
              <a:gd name="connsiteX1-23" fmla="*/ 562617 w 3008635"/>
              <a:gd name="connsiteY1-24" fmla="*/ 1 h 5930059"/>
              <a:gd name="connsiteX2-25" fmla="*/ 3008635 w 3008635"/>
              <a:gd name="connsiteY2-26" fmla="*/ 0 h 5930059"/>
              <a:gd name="connsiteX3-27" fmla="*/ 2976243 w 3008635"/>
              <a:gd name="connsiteY3-28" fmla="*/ 5930059 h 5930059"/>
              <a:gd name="connsiteX4-29" fmla="*/ 0 w 3008635"/>
              <a:gd name="connsiteY4-30" fmla="*/ 5893807 h 5930059"/>
              <a:gd name="connsiteX0-31" fmla="*/ 0 w 3008635"/>
              <a:gd name="connsiteY0-32" fmla="*/ 5893807 h 5930055"/>
              <a:gd name="connsiteX1-33" fmla="*/ 562617 w 3008635"/>
              <a:gd name="connsiteY1-34" fmla="*/ 1 h 5930055"/>
              <a:gd name="connsiteX2-35" fmla="*/ 3008635 w 3008635"/>
              <a:gd name="connsiteY2-36" fmla="*/ 0 h 5930055"/>
              <a:gd name="connsiteX3-37" fmla="*/ 2985770 w 3008635"/>
              <a:gd name="connsiteY3-38" fmla="*/ 5930057 h 5930055"/>
              <a:gd name="connsiteX4-39" fmla="*/ 0 w 3008635"/>
              <a:gd name="connsiteY4-40" fmla="*/ 5893807 h 5930055"/>
              <a:gd name="connsiteX0-41" fmla="*/ 0 w 2994348"/>
              <a:gd name="connsiteY0-42" fmla="*/ 5884745 h 5930059"/>
              <a:gd name="connsiteX1-43" fmla="*/ 548330 w 2994348"/>
              <a:gd name="connsiteY1-44" fmla="*/ 1 h 5930059"/>
              <a:gd name="connsiteX2-45" fmla="*/ 2994348 w 2994348"/>
              <a:gd name="connsiteY2-46" fmla="*/ 0 h 5930059"/>
              <a:gd name="connsiteX3-47" fmla="*/ 2971483 w 2994348"/>
              <a:gd name="connsiteY3-48" fmla="*/ 5930057 h 5930059"/>
              <a:gd name="connsiteX4-49" fmla="*/ 0 w 2994348"/>
              <a:gd name="connsiteY4-50" fmla="*/ 5884745 h 5930059"/>
              <a:gd name="connsiteX0-51" fmla="*/ 0 w 2999111"/>
              <a:gd name="connsiteY0-52" fmla="*/ 5911931 h 5930055"/>
              <a:gd name="connsiteX1-53" fmla="*/ 553093 w 2999111"/>
              <a:gd name="connsiteY1-54" fmla="*/ 1 h 5930055"/>
              <a:gd name="connsiteX2-55" fmla="*/ 2999111 w 2999111"/>
              <a:gd name="connsiteY2-56" fmla="*/ 0 h 5930055"/>
              <a:gd name="connsiteX3-57" fmla="*/ 2976246 w 2999111"/>
              <a:gd name="connsiteY3-58" fmla="*/ 5930057 h 5930055"/>
              <a:gd name="connsiteX4-59" fmla="*/ 0 w 2999111"/>
              <a:gd name="connsiteY4-60" fmla="*/ 5911931 h 5930055"/>
              <a:gd name="connsiteX0-61" fmla="*/ 0 w 3761036"/>
              <a:gd name="connsiteY0-62" fmla="*/ 5924582 h 5930056"/>
              <a:gd name="connsiteX1-63" fmla="*/ 1315018 w 3761036"/>
              <a:gd name="connsiteY1-64" fmla="*/ 1 h 5930056"/>
              <a:gd name="connsiteX2-65" fmla="*/ 3761036 w 3761036"/>
              <a:gd name="connsiteY2-66" fmla="*/ 0 h 5930056"/>
              <a:gd name="connsiteX3-67" fmla="*/ 3738171 w 3761036"/>
              <a:gd name="connsiteY3-68" fmla="*/ 5930057 h 5930056"/>
              <a:gd name="connsiteX4-69" fmla="*/ 0 w 3761036"/>
              <a:gd name="connsiteY4-70" fmla="*/ 5924582 h 5930056"/>
              <a:gd name="connsiteX0-71" fmla="*/ 0 w 3761036"/>
              <a:gd name="connsiteY0-72" fmla="*/ 6020245 h 6025720"/>
              <a:gd name="connsiteX1-73" fmla="*/ 1294065 w 3761036"/>
              <a:gd name="connsiteY1-74" fmla="*/ 0 h 6025720"/>
              <a:gd name="connsiteX2-75" fmla="*/ 3761036 w 3761036"/>
              <a:gd name="connsiteY2-76" fmla="*/ 95663 h 6025720"/>
              <a:gd name="connsiteX3-77" fmla="*/ 3738171 w 3761036"/>
              <a:gd name="connsiteY3-78" fmla="*/ 6025720 h 6025720"/>
              <a:gd name="connsiteX4-79" fmla="*/ 0 w 3761036"/>
              <a:gd name="connsiteY4-80" fmla="*/ 6020245 h 6025720"/>
              <a:gd name="connsiteX0-81" fmla="*/ 0 w 3754750"/>
              <a:gd name="connsiteY0-82" fmla="*/ 6020245 h 6025720"/>
              <a:gd name="connsiteX1-83" fmla="*/ 1294065 w 3754750"/>
              <a:gd name="connsiteY1-84" fmla="*/ 0 h 6025720"/>
              <a:gd name="connsiteX2-85" fmla="*/ 3754750 w 3754750"/>
              <a:gd name="connsiteY2-86" fmla="*/ 33046 h 6025720"/>
              <a:gd name="connsiteX3-87" fmla="*/ 3738171 w 3754750"/>
              <a:gd name="connsiteY3-88" fmla="*/ 6025720 h 6025720"/>
              <a:gd name="connsiteX4-89" fmla="*/ 0 w 3754750"/>
              <a:gd name="connsiteY4-90" fmla="*/ 6020245 h 6025720"/>
              <a:gd name="connsiteX0-91" fmla="*/ 0 w 3761036"/>
              <a:gd name="connsiteY0-92" fmla="*/ 6020245 h 6025720"/>
              <a:gd name="connsiteX1-93" fmla="*/ 1294065 w 3761036"/>
              <a:gd name="connsiteY1-94" fmla="*/ 0 h 6025720"/>
              <a:gd name="connsiteX2-95" fmla="*/ 3761036 w 3761036"/>
              <a:gd name="connsiteY2-96" fmla="*/ 22610 h 6025720"/>
              <a:gd name="connsiteX3-97" fmla="*/ 3738171 w 3761036"/>
              <a:gd name="connsiteY3-98" fmla="*/ 6025720 h 6025720"/>
              <a:gd name="connsiteX4-99" fmla="*/ 0 w 3761036"/>
              <a:gd name="connsiteY4-100" fmla="*/ 6020245 h 6025720"/>
              <a:gd name="connsiteX0-101" fmla="*/ 0 w 3740292"/>
              <a:gd name="connsiteY0-102" fmla="*/ 6020245 h 6025720"/>
              <a:gd name="connsiteX1-103" fmla="*/ 1294065 w 3740292"/>
              <a:gd name="connsiteY1-104" fmla="*/ 0 h 6025720"/>
              <a:gd name="connsiteX2-105" fmla="*/ 3737464 w 3740292"/>
              <a:gd name="connsiteY2-106" fmla="*/ 19349 h 6025720"/>
              <a:gd name="connsiteX3-107" fmla="*/ 3738171 w 3740292"/>
              <a:gd name="connsiteY3-108" fmla="*/ 6025720 h 6025720"/>
              <a:gd name="connsiteX4-109" fmla="*/ 0 w 3740292"/>
              <a:gd name="connsiteY4-110" fmla="*/ 6020245 h 6025720"/>
              <a:gd name="connsiteX0-111" fmla="*/ 0 w 3740103"/>
              <a:gd name="connsiteY0-112" fmla="*/ 6020245 h 6025720"/>
              <a:gd name="connsiteX1-113" fmla="*/ 1294065 w 3740103"/>
              <a:gd name="connsiteY1-114" fmla="*/ 0 h 6025720"/>
              <a:gd name="connsiteX2-115" fmla="*/ 3735502 w 3740103"/>
              <a:gd name="connsiteY2-116" fmla="*/ 12827 h 6025720"/>
              <a:gd name="connsiteX3-117" fmla="*/ 3738171 w 3740103"/>
              <a:gd name="connsiteY3-118" fmla="*/ 6025720 h 6025720"/>
              <a:gd name="connsiteX4-119" fmla="*/ 0 w 3740103"/>
              <a:gd name="connsiteY4-120" fmla="*/ 6020245 h 6025720"/>
              <a:gd name="connsiteX0-121" fmla="*/ 0 w 3740103"/>
              <a:gd name="connsiteY0-122" fmla="*/ 6020463 h 6025938"/>
              <a:gd name="connsiteX1-123" fmla="*/ 1294065 w 3740103"/>
              <a:gd name="connsiteY1-124" fmla="*/ 218 h 6025938"/>
              <a:gd name="connsiteX2-125" fmla="*/ 3735502 w 3740103"/>
              <a:gd name="connsiteY2-126" fmla="*/ 0 h 6025938"/>
              <a:gd name="connsiteX3-127" fmla="*/ 3738171 w 3740103"/>
              <a:gd name="connsiteY3-128" fmla="*/ 6025938 h 6025938"/>
              <a:gd name="connsiteX4-129" fmla="*/ 0 w 3740103"/>
              <a:gd name="connsiteY4-130" fmla="*/ 6020463 h 6025938"/>
              <a:gd name="connsiteX0-131" fmla="*/ 0 w 3741397"/>
              <a:gd name="connsiteY0-132" fmla="*/ 6023725 h 6029200"/>
              <a:gd name="connsiteX1-133" fmla="*/ 1294065 w 3741397"/>
              <a:gd name="connsiteY1-134" fmla="*/ 3480 h 6029200"/>
              <a:gd name="connsiteX2-135" fmla="*/ 3741397 w 3741397"/>
              <a:gd name="connsiteY2-136" fmla="*/ 0 h 6029200"/>
              <a:gd name="connsiteX3-137" fmla="*/ 3738171 w 3741397"/>
              <a:gd name="connsiteY3-138" fmla="*/ 6029200 h 6029200"/>
              <a:gd name="connsiteX4-139" fmla="*/ 0 w 3741397"/>
              <a:gd name="connsiteY4-140" fmla="*/ 6023725 h 6029200"/>
              <a:gd name="connsiteX0-141" fmla="*/ 0 w 3747290"/>
              <a:gd name="connsiteY0-142" fmla="*/ 6023725 h 6029200"/>
              <a:gd name="connsiteX1-143" fmla="*/ 1294065 w 3747290"/>
              <a:gd name="connsiteY1-144" fmla="*/ 3480 h 6029200"/>
              <a:gd name="connsiteX2-145" fmla="*/ 3747290 w 3747290"/>
              <a:gd name="connsiteY2-146" fmla="*/ 0 h 6029200"/>
              <a:gd name="connsiteX3-147" fmla="*/ 3738171 w 3747290"/>
              <a:gd name="connsiteY3-148" fmla="*/ 6029200 h 6029200"/>
              <a:gd name="connsiteX4-149" fmla="*/ 0 w 3747290"/>
              <a:gd name="connsiteY4-150" fmla="*/ 6023725 h 6029200"/>
              <a:gd name="connsiteX0-151" fmla="*/ 0 w 3743362"/>
              <a:gd name="connsiteY0-152" fmla="*/ 6023725 h 6029200"/>
              <a:gd name="connsiteX1-153" fmla="*/ 1294065 w 3743362"/>
              <a:gd name="connsiteY1-154" fmla="*/ 3480 h 6029200"/>
              <a:gd name="connsiteX2-155" fmla="*/ 3743362 w 3743362"/>
              <a:gd name="connsiteY2-156" fmla="*/ 0 h 6029200"/>
              <a:gd name="connsiteX3-157" fmla="*/ 3738171 w 3743362"/>
              <a:gd name="connsiteY3-158" fmla="*/ 6029200 h 6029200"/>
              <a:gd name="connsiteX4-159" fmla="*/ 0 w 3743362"/>
              <a:gd name="connsiteY4-160" fmla="*/ 6023725 h 6029200"/>
              <a:gd name="connsiteX0-161" fmla="*/ 0 w 3740103"/>
              <a:gd name="connsiteY0-162" fmla="*/ 6023725 h 6029200"/>
              <a:gd name="connsiteX1-163" fmla="*/ 1294065 w 3740103"/>
              <a:gd name="connsiteY1-164" fmla="*/ 3480 h 6029200"/>
              <a:gd name="connsiteX2-165" fmla="*/ 3735505 w 3740103"/>
              <a:gd name="connsiteY2-166" fmla="*/ 0 h 6029200"/>
              <a:gd name="connsiteX3-167" fmla="*/ 3738171 w 3740103"/>
              <a:gd name="connsiteY3-168" fmla="*/ 6029200 h 6029200"/>
              <a:gd name="connsiteX4-169" fmla="*/ 0 w 3740103"/>
              <a:gd name="connsiteY4-170" fmla="*/ 6023725 h 6029200"/>
              <a:gd name="connsiteX0-171" fmla="*/ 0 w 3740103"/>
              <a:gd name="connsiteY0-172" fmla="*/ 6023726 h 6029201"/>
              <a:gd name="connsiteX1-173" fmla="*/ 1294065 w 3740103"/>
              <a:gd name="connsiteY1-174" fmla="*/ 3481 h 6029201"/>
              <a:gd name="connsiteX2-175" fmla="*/ 3735508 w 3740103"/>
              <a:gd name="connsiteY2-176" fmla="*/ 0 h 6029201"/>
              <a:gd name="connsiteX3-177" fmla="*/ 3738171 w 3740103"/>
              <a:gd name="connsiteY3-178" fmla="*/ 6029201 h 6029201"/>
              <a:gd name="connsiteX4-179" fmla="*/ 0 w 3740103"/>
              <a:gd name="connsiteY4-180" fmla="*/ 6023726 h 6029201"/>
              <a:gd name="connsiteX0-181" fmla="*/ 0 w 3740727"/>
              <a:gd name="connsiteY0-182" fmla="*/ 6023726 h 6029201"/>
              <a:gd name="connsiteX1-183" fmla="*/ 1294065 w 3740727"/>
              <a:gd name="connsiteY1-184" fmla="*/ 3481 h 6029201"/>
              <a:gd name="connsiteX2-185" fmla="*/ 3735508 w 3740727"/>
              <a:gd name="connsiteY2-186" fmla="*/ 0 h 6029201"/>
              <a:gd name="connsiteX3-187" fmla="*/ 3738171 w 3740727"/>
              <a:gd name="connsiteY3-188" fmla="*/ 6029201 h 6029201"/>
              <a:gd name="connsiteX4-189" fmla="*/ 0 w 3740727"/>
              <a:gd name="connsiteY4-190" fmla="*/ 6023726 h 6029201"/>
              <a:gd name="connsiteX0-191" fmla="*/ 0 w 3740728"/>
              <a:gd name="connsiteY0-192" fmla="*/ 6023726 h 6029201"/>
              <a:gd name="connsiteX1-193" fmla="*/ 1294065 w 3740728"/>
              <a:gd name="connsiteY1-194" fmla="*/ 3481 h 6029201"/>
              <a:gd name="connsiteX2-195" fmla="*/ 3735508 w 3740728"/>
              <a:gd name="connsiteY2-196" fmla="*/ 0 h 6029201"/>
              <a:gd name="connsiteX3-197" fmla="*/ 3738171 w 3740728"/>
              <a:gd name="connsiteY3-198" fmla="*/ 6029201 h 6029201"/>
              <a:gd name="connsiteX4-199" fmla="*/ 0 w 3740728"/>
              <a:gd name="connsiteY4-200" fmla="*/ 6023726 h 6029201"/>
              <a:gd name="connsiteX0-201" fmla="*/ 0 w 3738171"/>
              <a:gd name="connsiteY0-202" fmla="*/ 6023726 h 6029201"/>
              <a:gd name="connsiteX1-203" fmla="*/ 1294065 w 3738171"/>
              <a:gd name="connsiteY1-204" fmla="*/ 3481 h 6029201"/>
              <a:gd name="connsiteX2-205" fmla="*/ 3735508 w 3738171"/>
              <a:gd name="connsiteY2-206" fmla="*/ 0 h 6029201"/>
              <a:gd name="connsiteX3-207" fmla="*/ 3738171 w 3738171"/>
              <a:gd name="connsiteY3-208" fmla="*/ 6029201 h 6029201"/>
              <a:gd name="connsiteX4-209" fmla="*/ 0 w 3738171"/>
              <a:gd name="connsiteY4-210" fmla="*/ 6023726 h 6029201"/>
              <a:gd name="connsiteX0-211" fmla="*/ 0 w 3738171"/>
              <a:gd name="connsiteY0-212" fmla="*/ 6023726 h 6029201"/>
              <a:gd name="connsiteX1-213" fmla="*/ 1294065 w 3738171"/>
              <a:gd name="connsiteY1-214" fmla="*/ 3481 h 6029201"/>
              <a:gd name="connsiteX2-215" fmla="*/ 3735508 w 3738171"/>
              <a:gd name="connsiteY2-216" fmla="*/ 0 h 6029201"/>
              <a:gd name="connsiteX3-217" fmla="*/ 3738171 w 3738171"/>
              <a:gd name="connsiteY3-218" fmla="*/ 6029201 h 6029201"/>
              <a:gd name="connsiteX4-219" fmla="*/ 0 w 3738171"/>
              <a:gd name="connsiteY4-220" fmla="*/ 6023726 h 6029201"/>
              <a:gd name="connsiteX0-221" fmla="*/ 0 w 3738171"/>
              <a:gd name="connsiteY0-222" fmla="*/ 6023727 h 6029202"/>
              <a:gd name="connsiteX1-223" fmla="*/ 1294065 w 3738171"/>
              <a:gd name="connsiteY1-224" fmla="*/ 3482 h 6029202"/>
              <a:gd name="connsiteX2-225" fmla="*/ 3735510 w 3738171"/>
              <a:gd name="connsiteY2-226" fmla="*/ 0 h 6029202"/>
              <a:gd name="connsiteX3-227" fmla="*/ 3738171 w 3738171"/>
              <a:gd name="connsiteY3-228" fmla="*/ 6029202 h 6029202"/>
              <a:gd name="connsiteX4-229" fmla="*/ 0 w 3738171"/>
              <a:gd name="connsiteY4-230" fmla="*/ 6023727 h 6029202"/>
              <a:gd name="connsiteX0-231" fmla="*/ 0 w 3738171"/>
              <a:gd name="connsiteY0-232" fmla="*/ 6023727 h 6029202"/>
              <a:gd name="connsiteX1-233" fmla="*/ 1294065 w 3738171"/>
              <a:gd name="connsiteY1-234" fmla="*/ 3482 h 6029202"/>
              <a:gd name="connsiteX2-235" fmla="*/ 3735510 w 3738171"/>
              <a:gd name="connsiteY2-236" fmla="*/ 0 h 6029202"/>
              <a:gd name="connsiteX3-237" fmla="*/ 3738171 w 3738171"/>
              <a:gd name="connsiteY3-238" fmla="*/ 6029202 h 6029202"/>
              <a:gd name="connsiteX4-239" fmla="*/ 0 w 3738171"/>
              <a:gd name="connsiteY4-240" fmla="*/ 6023727 h 6029202"/>
              <a:gd name="connsiteX0-241" fmla="*/ 0 w 3738171"/>
              <a:gd name="connsiteY0-242" fmla="*/ 6020465 h 6025940"/>
              <a:gd name="connsiteX1-243" fmla="*/ 1294065 w 3738171"/>
              <a:gd name="connsiteY1-244" fmla="*/ 220 h 6025940"/>
              <a:gd name="connsiteX2-245" fmla="*/ 3735510 w 3738171"/>
              <a:gd name="connsiteY2-246" fmla="*/ 0 h 6025940"/>
              <a:gd name="connsiteX3-247" fmla="*/ 3738171 w 3738171"/>
              <a:gd name="connsiteY3-248" fmla="*/ 6025940 h 6025940"/>
              <a:gd name="connsiteX4-249" fmla="*/ 0 w 3738171"/>
              <a:gd name="connsiteY4-250" fmla="*/ 6020465 h 6025940"/>
              <a:gd name="connsiteX0-251" fmla="*/ 0 w 3738171"/>
              <a:gd name="connsiteY0-252" fmla="*/ 8138769 h 8144244"/>
              <a:gd name="connsiteX1-253" fmla="*/ 1740362 w 3738171"/>
              <a:gd name="connsiteY1-254" fmla="*/ 0 h 8144244"/>
              <a:gd name="connsiteX2-255" fmla="*/ 3735510 w 3738171"/>
              <a:gd name="connsiteY2-256" fmla="*/ 2118304 h 8144244"/>
              <a:gd name="connsiteX3-257" fmla="*/ 3738171 w 3738171"/>
              <a:gd name="connsiteY3-258" fmla="*/ 8144244 h 8144244"/>
              <a:gd name="connsiteX4-259" fmla="*/ 0 w 3738171"/>
              <a:gd name="connsiteY4-260" fmla="*/ 8138769 h 8144244"/>
              <a:gd name="connsiteX0-261" fmla="*/ 0 w 3738171"/>
              <a:gd name="connsiteY0-262" fmla="*/ 8138769 h 8144244"/>
              <a:gd name="connsiteX1-263" fmla="*/ 1740362 w 3738171"/>
              <a:gd name="connsiteY1-264" fmla="*/ 0 h 8144244"/>
              <a:gd name="connsiteX2-265" fmla="*/ 3729226 w 3738171"/>
              <a:gd name="connsiteY2-266" fmla="*/ 20651 h 8144244"/>
              <a:gd name="connsiteX3-267" fmla="*/ 3738171 w 3738171"/>
              <a:gd name="connsiteY3-268" fmla="*/ 8144244 h 8144244"/>
              <a:gd name="connsiteX4-269" fmla="*/ 0 w 3738171"/>
              <a:gd name="connsiteY4-270" fmla="*/ 8138769 h 8144244"/>
              <a:gd name="connsiteX0-271" fmla="*/ 0 w 3738171"/>
              <a:gd name="connsiteY0-272" fmla="*/ 8138989 h 8144464"/>
              <a:gd name="connsiteX1-273" fmla="*/ 1740362 w 3738171"/>
              <a:gd name="connsiteY1-274" fmla="*/ 220 h 8144464"/>
              <a:gd name="connsiteX2-275" fmla="*/ 3722943 w 3738171"/>
              <a:gd name="connsiteY2-276" fmla="*/ -1 h 8144464"/>
              <a:gd name="connsiteX3-277" fmla="*/ 3738171 w 3738171"/>
              <a:gd name="connsiteY3-278" fmla="*/ 8144464 h 8144464"/>
              <a:gd name="connsiteX4-279" fmla="*/ 0 w 3738171"/>
              <a:gd name="connsiteY4-280" fmla="*/ 8138989 h 8144464"/>
              <a:gd name="connsiteX0-281" fmla="*/ 0 w 3738171"/>
              <a:gd name="connsiteY0-282" fmla="*/ 8138990 h 8144465"/>
              <a:gd name="connsiteX1-283" fmla="*/ 1740362 w 3738171"/>
              <a:gd name="connsiteY1-284" fmla="*/ 221 h 8144465"/>
              <a:gd name="connsiteX2-285" fmla="*/ 3735515 w 3738171"/>
              <a:gd name="connsiteY2-286" fmla="*/ 0 h 8144465"/>
              <a:gd name="connsiteX3-287" fmla="*/ 3738171 w 3738171"/>
              <a:gd name="connsiteY3-288" fmla="*/ 8144465 h 8144465"/>
              <a:gd name="connsiteX4-289" fmla="*/ 0 w 3738171"/>
              <a:gd name="connsiteY4-290" fmla="*/ 8138990 h 81444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38171" h="8144465">
                <a:moveTo>
                  <a:pt x="0" y="8138990"/>
                </a:moveTo>
                <a:lnTo>
                  <a:pt x="1740362" y="221"/>
                </a:lnTo>
                <a:lnTo>
                  <a:pt x="3735515" y="0"/>
                </a:lnTo>
                <a:cubicBezTo>
                  <a:pt x="3737716" y="6030452"/>
                  <a:pt x="3735974" y="2114013"/>
                  <a:pt x="3738171" y="8144465"/>
                </a:cubicBezTo>
                <a:lnTo>
                  <a:pt x="0" y="813899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  <p:txBody>
          <a:bodyPr vert="vert">
            <a:noAutofit/>
          </a:bodyPr>
          <a:lstStyle>
            <a:lvl1pPr marL="0" indent="0">
              <a:buNone/>
              <a:defRPr sz="100" baseline="0">
                <a:noFill/>
              </a:defRPr>
            </a:lvl1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/>
          <p:cNvSpPr txBox="1"/>
          <p:nvPr/>
        </p:nvSpPr>
        <p:spPr>
          <a:xfrm rot="5400000">
            <a:off x="5783161" y="2619156"/>
            <a:ext cx="1881232" cy="1480344"/>
          </a:xfrm>
          <a:prstGeom prst="parallelogram">
            <a:avLst>
              <a:gd name="adj" fmla="val 27347"/>
            </a:avLst>
          </a:prstGeom>
          <a:blipFill>
            <a:blip r:embed="rId2" cstate="email"/>
            <a:stretch>
              <a:fillRect/>
            </a:stretch>
          </a:blipFill>
        </p:spPr>
        <p:txBody>
          <a:bodyPr lIns="68580" tIns="34290" rIns="68580" bIns="3429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None/>
              <a:defRPr lang="de-DE" sz="100" kern="1200" baseline="0" dirty="0">
                <a:noFill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4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90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979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4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750" indent="-17970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de-DE" sz="100" b="0" i="0" u="none" strike="noStrike" kern="1200" cap="none" spc="0" normalizeH="0" baseline="0" noProof="0">
                <a:ln>
                  <a:noFill/>
                </a:ln>
                <a:blipFill>
                  <a:blip r:embed="rId3"/>
                  <a:stretch>
                    <a:fillRect/>
                  </a:stretch>
                </a:blip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kumimoji="0" lang="de-DE" sz="100" b="0" i="0" u="none" strike="noStrike" kern="1200" cap="none" spc="0" normalizeH="0" baseline="0" noProof="0">
              <a:ln>
                <a:noFill/>
              </a:ln>
              <a:blipFill>
                <a:blip r:embed="rId3"/>
                <a:stretch>
                  <a:fillRect/>
                </a:stretch>
              </a:blip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470275"/>
            <a:ext cx="9144000" cy="167322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5"/>
          </p:nvPr>
        </p:nvSpPr>
        <p:spPr>
          <a:xfrm rot="5400000" flipV="1">
            <a:off x="6461100" y="1235004"/>
            <a:ext cx="2493259" cy="1952100"/>
          </a:xfrm>
          <a:prstGeom prst="parallelogram">
            <a:avLst>
              <a:gd name="adj" fmla="val 27486"/>
            </a:avLst>
          </a:prstGeom>
          <a:blipFill>
            <a:blip r:embed="rId3" cstate="email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 marL="135255" indent="0">
              <a:buNone/>
              <a:defRPr sz="100">
                <a:noFill/>
              </a:defRPr>
            </a:lvl2pPr>
            <a:lvl3pPr marL="269875" indent="0">
              <a:buNone/>
              <a:defRPr sz="100">
                <a:noFill/>
              </a:defRPr>
            </a:lvl3pPr>
            <a:lvl4pPr marL="405130" indent="0">
              <a:buNone/>
              <a:defRPr sz="100">
                <a:noFill/>
              </a:defRPr>
            </a:lvl4pPr>
            <a:lvl5pPr marL="539750" indent="0">
              <a:buNone/>
              <a:defRPr sz="100">
                <a:noFill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6"/>
          </p:nvPr>
        </p:nvSpPr>
        <p:spPr>
          <a:xfrm rot="5400000">
            <a:off x="5783400" y="1226904"/>
            <a:ext cx="1881900" cy="1479600"/>
          </a:xfrm>
          <a:prstGeom prst="parallelogram">
            <a:avLst>
              <a:gd name="adj" fmla="val 27486"/>
            </a:avLst>
          </a:prstGeom>
          <a:blipFill>
            <a:blip r:embed="rId2" cstate="email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 marL="135255" indent="0">
              <a:buNone/>
              <a:defRPr sz="100">
                <a:noFill/>
              </a:defRPr>
            </a:lvl2pPr>
            <a:lvl3pPr marL="269875" indent="0">
              <a:buNone/>
              <a:defRPr sz="100">
                <a:noFill/>
              </a:defRPr>
            </a:lvl3pPr>
            <a:lvl4pPr marL="405130" indent="0">
              <a:buNone/>
              <a:defRPr sz="100">
                <a:noFill/>
              </a:defRPr>
            </a:lvl4pPr>
            <a:lvl5pPr marL="539750" indent="0">
              <a:buNone/>
              <a:defRPr sz="100">
                <a:noFill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57504" y="1414761"/>
            <a:ext cx="6355745" cy="2928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59595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>
              <a:buNone/>
              <a:defRPr sz="1700">
                <a:latin typeface="Verdana" panose="020B0604030504040204"/>
                <a:cs typeface="Verdana" panose="020B0604030504040204"/>
              </a:defRPr>
            </a:lvl2pPr>
            <a:lvl3pPr marL="685800" indent="0">
              <a:buNone/>
              <a:defRPr sz="1700">
                <a:latin typeface="Verdana" panose="020B0604030504040204"/>
                <a:cs typeface="Verdana" panose="020B0604030504040204"/>
              </a:defRPr>
            </a:lvl3pPr>
            <a:lvl4pPr marL="1028700" indent="0">
              <a:buNone/>
              <a:defRPr sz="1700">
                <a:latin typeface="Verdana" panose="020B0604030504040204"/>
                <a:cs typeface="Verdana" panose="020B0604030504040204"/>
              </a:defRPr>
            </a:lvl4pPr>
            <a:lvl5pPr marL="1371600" indent="0">
              <a:buNone/>
              <a:defRPr sz="1700">
                <a:latin typeface="Verdana" panose="020B0604030504040204"/>
                <a:cs typeface="Verdana" panose="020B0604030504040204"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505" y="512324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505" y="749529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457505" y="986735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</p:spTree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9155" name="Picture 4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372971" y="3651870"/>
            <a:ext cx="5184000" cy="29289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1725"/>
              </a:lnSpc>
              <a:spcBef>
                <a:spcPts val="0"/>
              </a:spcBef>
              <a:buNone/>
              <a:defRPr sz="1800">
                <a:solidFill>
                  <a:srgbClr val="59595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>
              <a:buNone/>
              <a:defRPr sz="1700">
                <a:latin typeface="Verdana" panose="020B0604030504040204"/>
                <a:cs typeface="Verdana" panose="020B0604030504040204"/>
              </a:defRPr>
            </a:lvl2pPr>
            <a:lvl3pPr marL="685800" indent="0">
              <a:buNone/>
              <a:defRPr sz="1700">
                <a:latin typeface="Verdana" panose="020B0604030504040204"/>
                <a:cs typeface="Verdana" panose="020B0604030504040204"/>
              </a:defRPr>
            </a:lvl3pPr>
            <a:lvl4pPr marL="1028700" indent="0">
              <a:buNone/>
              <a:defRPr sz="1700">
                <a:latin typeface="Verdana" panose="020B0604030504040204"/>
                <a:cs typeface="Verdana" panose="020B0604030504040204"/>
              </a:defRPr>
            </a:lvl4pPr>
            <a:lvl5pPr marL="1371600" indent="0">
              <a:buNone/>
              <a:defRPr sz="1700">
                <a:latin typeface="Verdana" panose="020B0604030504040204"/>
                <a:cs typeface="Verdana" panose="020B0604030504040204"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372971" y="4127051"/>
            <a:ext cx="5184000" cy="2249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00" b="0">
                <a:solidFill>
                  <a:srgbClr val="595959"/>
                </a:solidFill>
                <a:latin typeface="Verdana" panose="020B0604030504040204"/>
                <a:cs typeface="Verdana" panose="020B0604030504040204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2"/>
          </p:nvPr>
        </p:nvSpPr>
        <p:spPr>
          <a:xfrm rot="5400000">
            <a:off x="1490007" y="250293"/>
            <a:ext cx="3403199" cy="6383215"/>
          </a:xfrm>
          <a:custGeom>
            <a:avLst/>
            <a:gdLst>
              <a:gd name="connsiteX0" fmla="*/ 0 w 8917307"/>
              <a:gd name="connsiteY0" fmla="*/ 5930058 h 5930058"/>
              <a:gd name="connsiteX1" fmla="*/ 2115192 w 8917307"/>
              <a:gd name="connsiteY1" fmla="*/ 0 h 5930058"/>
              <a:gd name="connsiteX2" fmla="*/ 8917307 w 8917307"/>
              <a:gd name="connsiteY2" fmla="*/ 0 h 5930058"/>
              <a:gd name="connsiteX3" fmla="*/ 6802115 w 8917307"/>
              <a:gd name="connsiteY3" fmla="*/ 5930058 h 5930058"/>
              <a:gd name="connsiteX4" fmla="*/ 0 w 8917307"/>
              <a:gd name="connsiteY4" fmla="*/ 5930058 h 5930058"/>
              <a:gd name="connsiteX0-1" fmla="*/ 0 w 8917307"/>
              <a:gd name="connsiteY0-2" fmla="*/ 5930058 h 5930058"/>
              <a:gd name="connsiteX1-3" fmla="*/ 2115192 w 8917307"/>
              <a:gd name="connsiteY1-4" fmla="*/ 0 h 5930058"/>
              <a:gd name="connsiteX2-5" fmla="*/ 8917307 w 8917307"/>
              <a:gd name="connsiteY2-6" fmla="*/ 0 h 5930058"/>
              <a:gd name="connsiteX3-7" fmla="*/ 4528818 w 8917307"/>
              <a:gd name="connsiteY3-8" fmla="*/ 5930058 h 5930058"/>
              <a:gd name="connsiteX4-9" fmla="*/ 0 w 8917307"/>
              <a:gd name="connsiteY4-10" fmla="*/ 5930058 h 5930058"/>
              <a:gd name="connsiteX0-11" fmla="*/ 0 w 4561210"/>
              <a:gd name="connsiteY0-12" fmla="*/ 5930059 h 5930059"/>
              <a:gd name="connsiteX1-13" fmla="*/ 2115192 w 4561210"/>
              <a:gd name="connsiteY1-14" fmla="*/ 1 h 5930059"/>
              <a:gd name="connsiteX2-15" fmla="*/ 4561210 w 4561210"/>
              <a:gd name="connsiteY2-16" fmla="*/ 0 h 5930059"/>
              <a:gd name="connsiteX3-17" fmla="*/ 4528818 w 4561210"/>
              <a:gd name="connsiteY3-18" fmla="*/ 5930059 h 5930059"/>
              <a:gd name="connsiteX4-19" fmla="*/ 0 w 4561210"/>
              <a:gd name="connsiteY4-20" fmla="*/ 5930059 h 5930059"/>
              <a:gd name="connsiteX0-21" fmla="*/ 0 w 3008635"/>
              <a:gd name="connsiteY0-22" fmla="*/ 5893807 h 5930059"/>
              <a:gd name="connsiteX1-23" fmla="*/ 562617 w 3008635"/>
              <a:gd name="connsiteY1-24" fmla="*/ 1 h 5930059"/>
              <a:gd name="connsiteX2-25" fmla="*/ 3008635 w 3008635"/>
              <a:gd name="connsiteY2-26" fmla="*/ 0 h 5930059"/>
              <a:gd name="connsiteX3-27" fmla="*/ 2976243 w 3008635"/>
              <a:gd name="connsiteY3-28" fmla="*/ 5930059 h 5930059"/>
              <a:gd name="connsiteX4-29" fmla="*/ 0 w 3008635"/>
              <a:gd name="connsiteY4-30" fmla="*/ 5893807 h 5930059"/>
              <a:gd name="connsiteX0-31" fmla="*/ 0 w 3008635"/>
              <a:gd name="connsiteY0-32" fmla="*/ 5893807 h 5930055"/>
              <a:gd name="connsiteX1-33" fmla="*/ 562617 w 3008635"/>
              <a:gd name="connsiteY1-34" fmla="*/ 1 h 5930055"/>
              <a:gd name="connsiteX2-35" fmla="*/ 3008635 w 3008635"/>
              <a:gd name="connsiteY2-36" fmla="*/ 0 h 5930055"/>
              <a:gd name="connsiteX3-37" fmla="*/ 2985770 w 3008635"/>
              <a:gd name="connsiteY3-38" fmla="*/ 5930057 h 5930055"/>
              <a:gd name="connsiteX4-39" fmla="*/ 0 w 3008635"/>
              <a:gd name="connsiteY4-40" fmla="*/ 5893807 h 5930055"/>
              <a:gd name="connsiteX0-41" fmla="*/ 0 w 2994348"/>
              <a:gd name="connsiteY0-42" fmla="*/ 5884745 h 5930059"/>
              <a:gd name="connsiteX1-43" fmla="*/ 548330 w 2994348"/>
              <a:gd name="connsiteY1-44" fmla="*/ 1 h 5930059"/>
              <a:gd name="connsiteX2-45" fmla="*/ 2994348 w 2994348"/>
              <a:gd name="connsiteY2-46" fmla="*/ 0 h 5930059"/>
              <a:gd name="connsiteX3-47" fmla="*/ 2971483 w 2994348"/>
              <a:gd name="connsiteY3-48" fmla="*/ 5930057 h 5930059"/>
              <a:gd name="connsiteX4-49" fmla="*/ 0 w 2994348"/>
              <a:gd name="connsiteY4-50" fmla="*/ 5884745 h 5930059"/>
              <a:gd name="connsiteX0-51" fmla="*/ 0 w 2999111"/>
              <a:gd name="connsiteY0-52" fmla="*/ 5911931 h 5930055"/>
              <a:gd name="connsiteX1-53" fmla="*/ 553093 w 2999111"/>
              <a:gd name="connsiteY1-54" fmla="*/ 1 h 5930055"/>
              <a:gd name="connsiteX2-55" fmla="*/ 2999111 w 2999111"/>
              <a:gd name="connsiteY2-56" fmla="*/ 0 h 5930055"/>
              <a:gd name="connsiteX3-57" fmla="*/ 2976246 w 2999111"/>
              <a:gd name="connsiteY3-58" fmla="*/ 5930057 h 5930055"/>
              <a:gd name="connsiteX4-59" fmla="*/ 0 w 2999111"/>
              <a:gd name="connsiteY4-60" fmla="*/ 5911931 h 5930055"/>
              <a:gd name="connsiteX0-61" fmla="*/ 0 w 3761036"/>
              <a:gd name="connsiteY0-62" fmla="*/ 5924582 h 5930056"/>
              <a:gd name="connsiteX1-63" fmla="*/ 1315018 w 3761036"/>
              <a:gd name="connsiteY1-64" fmla="*/ 1 h 5930056"/>
              <a:gd name="connsiteX2-65" fmla="*/ 3761036 w 3761036"/>
              <a:gd name="connsiteY2-66" fmla="*/ 0 h 5930056"/>
              <a:gd name="connsiteX3-67" fmla="*/ 3738171 w 3761036"/>
              <a:gd name="connsiteY3-68" fmla="*/ 5930057 h 5930056"/>
              <a:gd name="connsiteX4-69" fmla="*/ 0 w 3761036"/>
              <a:gd name="connsiteY4-70" fmla="*/ 5924582 h 5930056"/>
              <a:gd name="connsiteX0-71" fmla="*/ 0 w 3761036"/>
              <a:gd name="connsiteY0-72" fmla="*/ 6020245 h 6025720"/>
              <a:gd name="connsiteX1-73" fmla="*/ 1294065 w 3761036"/>
              <a:gd name="connsiteY1-74" fmla="*/ 0 h 6025720"/>
              <a:gd name="connsiteX2-75" fmla="*/ 3761036 w 3761036"/>
              <a:gd name="connsiteY2-76" fmla="*/ 95663 h 6025720"/>
              <a:gd name="connsiteX3-77" fmla="*/ 3738171 w 3761036"/>
              <a:gd name="connsiteY3-78" fmla="*/ 6025720 h 6025720"/>
              <a:gd name="connsiteX4-79" fmla="*/ 0 w 3761036"/>
              <a:gd name="connsiteY4-80" fmla="*/ 6020245 h 6025720"/>
              <a:gd name="connsiteX0-81" fmla="*/ 0 w 3754750"/>
              <a:gd name="connsiteY0-82" fmla="*/ 6020245 h 6025720"/>
              <a:gd name="connsiteX1-83" fmla="*/ 1294065 w 3754750"/>
              <a:gd name="connsiteY1-84" fmla="*/ 0 h 6025720"/>
              <a:gd name="connsiteX2-85" fmla="*/ 3754750 w 3754750"/>
              <a:gd name="connsiteY2-86" fmla="*/ 33046 h 6025720"/>
              <a:gd name="connsiteX3-87" fmla="*/ 3738171 w 3754750"/>
              <a:gd name="connsiteY3-88" fmla="*/ 6025720 h 6025720"/>
              <a:gd name="connsiteX4-89" fmla="*/ 0 w 3754750"/>
              <a:gd name="connsiteY4-90" fmla="*/ 6020245 h 6025720"/>
              <a:gd name="connsiteX0-91" fmla="*/ 0 w 3761036"/>
              <a:gd name="connsiteY0-92" fmla="*/ 6020245 h 6025720"/>
              <a:gd name="connsiteX1-93" fmla="*/ 1294065 w 3761036"/>
              <a:gd name="connsiteY1-94" fmla="*/ 0 h 6025720"/>
              <a:gd name="connsiteX2-95" fmla="*/ 3761036 w 3761036"/>
              <a:gd name="connsiteY2-96" fmla="*/ 22610 h 6025720"/>
              <a:gd name="connsiteX3-97" fmla="*/ 3738171 w 3761036"/>
              <a:gd name="connsiteY3-98" fmla="*/ 6025720 h 6025720"/>
              <a:gd name="connsiteX4-99" fmla="*/ 0 w 3761036"/>
              <a:gd name="connsiteY4-100" fmla="*/ 6020245 h 6025720"/>
              <a:gd name="connsiteX0-101" fmla="*/ 0 w 3740292"/>
              <a:gd name="connsiteY0-102" fmla="*/ 6020245 h 6025720"/>
              <a:gd name="connsiteX1-103" fmla="*/ 1294065 w 3740292"/>
              <a:gd name="connsiteY1-104" fmla="*/ 0 h 6025720"/>
              <a:gd name="connsiteX2-105" fmla="*/ 3737464 w 3740292"/>
              <a:gd name="connsiteY2-106" fmla="*/ 19349 h 6025720"/>
              <a:gd name="connsiteX3-107" fmla="*/ 3738171 w 3740292"/>
              <a:gd name="connsiteY3-108" fmla="*/ 6025720 h 6025720"/>
              <a:gd name="connsiteX4-109" fmla="*/ 0 w 3740292"/>
              <a:gd name="connsiteY4-110" fmla="*/ 6020245 h 6025720"/>
              <a:gd name="connsiteX0-111" fmla="*/ 0 w 3740103"/>
              <a:gd name="connsiteY0-112" fmla="*/ 6020245 h 6025720"/>
              <a:gd name="connsiteX1-113" fmla="*/ 1294065 w 3740103"/>
              <a:gd name="connsiteY1-114" fmla="*/ 0 h 6025720"/>
              <a:gd name="connsiteX2-115" fmla="*/ 3735502 w 3740103"/>
              <a:gd name="connsiteY2-116" fmla="*/ 12827 h 6025720"/>
              <a:gd name="connsiteX3-117" fmla="*/ 3738171 w 3740103"/>
              <a:gd name="connsiteY3-118" fmla="*/ 6025720 h 6025720"/>
              <a:gd name="connsiteX4-119" fmla="*/ 0 w 3740103"/>
              <a:gd name="connsiteY4-120" fmla="*/ 6020245 h 6025720"/>
              <a:gd name="connsiteX0-121" fmla="*/ 0 w 3740103"/>
              <a:gd name="connsiteY0-122" fmla="*/ 6020463 h 6025938"/>
              <a:gd name="connsiteX1-123" fmla="*/ 1294065 w 3740103"/>
              <a:gd name="connsiteY1-124" fmla="*/ 218 h 6025938"/>
              <a:gd name="connsiteX2-125" fmla="*/ 3735502 w 3740103"/>
              <a:gd name="connsiteY2-126" fmla="*/ 0 h 6025938"/>
              <a:gd name="connsiteX3-127" fmla="*/ 3738171 w 3740103"/>
              <a:gd name="connsiteY3-128" fmla="*/ 6025938 h 6025938"/>
              <a:gd name="connsiteX4-129" fmla="*/ 0 w 3740103"/>
              <a:gd name="connsiteY4-130" fmla="*/ 6020463 h 6025938"/>
              <a:gd name="connsiteX0-131" fmla="*/ 0 w 3741397"/>
              <a:gd name="connsiteY0-132" fmla="*/ 6023725 h 6029200"/>
              <a:gd name="connsiteX1-133" fmla="*/ 1294065 w 3741397"/>
              <a:gd name="connsiteY1-134" fmla="*/ 3480 h 6029200"/>
              <a:gd name="connsiteX2-135" fmla="*/ 3741397 w 3741397"/>
              <a:gd name="connsiteY2-136" fmla="*/ 0 h 6029200"/>
              <a:gd name="connsiteX3-137" fmla="*/ 3738171 w 3741397"/>
              <a:gd name="connsiteY3-138" fmla="*/ 6029200 h 6029200"/>
              <a:gd name="connsiteX4-139" fmla="*/ 0 w 3741397"/>
              <a:gd name="connsiteY4-140" fmla="*/ 6023725 h 6029200"/>
              <a:gd name="connsiteX0-141" fmla="*/ 0 w 3747290"/>
              <a:gd name="connsiteY0-142" fmla="*/ 6023725 h 6029200"/>
              <a:gd name="connsiteX1-143" fmla="*/ 1294065 w 3747290"/>
              <a:gd name="connsiteY1-144" fmla="*/ 3480 h 6029200"/>
              <a:gd name="connsiteX2-145" fmla="*/ 3747290 w 3747290"/>
              <a:gd name="connsiteY2-146" fmla="*/ 0 h 6029200"/>
              <a:gd name="connsiteX3-147" fmla="*/ 3738171 w 3747290"/>
              <a:gd name="connsiteY3-148" fmla="*/ 6029200 h 6029200"/>
              <a:gd name="connsiteX4-149" fmla="*/ 0 w 3747290"/>
              <a:gd name="connsiteY4-150" fmla="*/ 6023725 h 6029200"/>
              <a:gd name="connsiteX0-151" fmla="*/ 0 w 3743362"/>
              <a:gd name="connsiteY0-152" fmla="*/ 6023725 h 6029200"/>
              <a:gd name="connsiteX1-153" fmla="*/ 1294065 w 3743362"/>
              <a:gd name="connsiteY1-154" fmla="*/ 3480 h 6029200"/>
              <a:gd name="connsiteX2-155" fmla="*/ 3743362 w 3743362"/>
              <a:gd name="connsiteY2-156" fmla="*/ 0 h 6029200"/>
              <a:gd name="connsiteX3-157" fmla="*/ 3738171 w 3743362"/>
              <a:gd name="connsiteY3-158" fmla="*/ 6029200 h 6029200"/>
              <a:gd name="connsiteX4-159" fmla="*/ 0 w 3743362"/>
              <a:gd name="connsiteY4-160" fmla="*/ 6023725 h 6029200"/>
              <a:gd name="connsiteX0-161" fmla="*/ 0 w 3740103"/>
              <a:gd name="connsiteY0-162" fmla="*/ 6023725 h 6029200"/>
              <a:gd name="connsiteX1-163" fmla="*/ 1294065 w 3740103"/>
              <a:gd name="connsiteY1-164" fmla="*/ 3480 h 6029200"/>
              <a:gd name="connsiteX2-165" fmla="*/ 3735505 w 3740103"/>
              <a:gd name="connsiteY2-166" fmla="*/ 0 h 6029200"/>
              <a:gd name="connsiteX3-167" fmla="*/ 3738171 w 3740103"/>
              <a:gd name="connsiteY3-168" fmla="*/ 6029200 h 6029200"/>
              <a:gd name="connsiteX4-169" fmla="*/ 0 w 3740103"/>
              <a:gd name="connsiteY4-170" fmla="*/ 6023725 h 6029200"/>
              <a:gd name="connsiteX0-171" fmla="*/ 0 w 3740103"/>
              <a:gd name="connsiteY0-172" fmla="*/ 6023726 h 6029201"/>
              <a:gd name="connsiteX1-173" fmla="*/ 1294065 w 3740103"/>
              <a:gd name="connsiteY1-174" fmla="*/ 3481 h 6029201"/>
              <a:gd name="connsiteX2-175" fmla="*/ 3735508 w 3740103"/>
              <a:gd name="connsiteY2-176" fmla="*/ 0 h 6029201"/>
              <a:gd name="connsiteX3-177" fmla="*/ 3738171 w 3740103"/>
              <a:gd name="connsiteY3-178" fmla="*/ 6029201 h 6029201"/>
              <a:gd name="connsiteX4-179" fmla="*/ 0 w 3740103"/>
              <a:gd name="connsiteY4-180" fmla="*/ 6023726 h 6029201"/>
              <a:gd name="connsiteX0-181" fmla="*/ 0 w 3740727"/>
              <a:gd name="connsiteY0-182" fmla="*/ 6023726 h 6029201"/>
              <a:gd name="connsiteX1-183" fmla="*/ 1294065 w 3740727"/>
              <a:gd name="connsiteY1-184" fmla="*/ 3481 h 6029201"/>
              <a:gd name="connsiteX2-185" fmla="*/ 3735508 w 3740727"/>
              <a:gd name="connsiteY2-186" fmla="*/ 0 h 6029201"/>
              <a:gd name="connsiteX3-187" fmla="*/ 3738171 w 3740727"/>
              <a:gd name="connsiteY3-188" fmla="*/ 6029201 h 6029201"/>
              <a:gd name="connsiteX4-189" fmla="*/ 0 w 3740727"/>
              <a:gd name="connsiteY4-190" fmla="*/ 6023726 h 6029201"/>
              <a:gd name="connsiteX0-191" fmla="*/ 0 w 3740728"/>
              <a:gd name="connsiteY0-192" fmla="*/ 6023726 h 6029201"/>
              <a:gd name="connsiteX1-193" fmla="*/ 1294065 w 3740728"/>
              <a:gd name="connsiteY1-194" fmla="*/ 3481 h 6029201"/>
              <a:gd name="connsiteX2-195" fmla="*/ 3735508 w 3740728"/>
              <a:gd name="connsiteY2-196" fmla="*/ 0 h 6029201"/>
              <a:gd name="connsiteX3-197" fmla="*/ 3738171 w 3740728"/>
              <a:gd name="connsiteY3-198" fmla="*/ 6029201 h 6029201"/>
              <a:gd name="connsiteX4-199" fmla="*/ 0 w 3740728"/>
              <a:gd name="connsiteY4-200" fmla="*/ 6023726 h 6029201"/>
              <a:gd name="connsiteX0-201" fmla="*/ 0 w 3738171"/>
              <a:gd name="connsiteY0-202" fmla="*/ 6023726 h 6029201"/>
              <a:gd name="connsiteX1-203" fmla="*/ 1294065 w 3738171"/>
              <a:gd name="connsiteY1-204" fmla="*/ 3481 h 6029201"/>
              <a:gd name="connsiteX2-205" fmla="*/ 3735508 w 3738171"/>
              <a:gd name="connsiteY2-206" fmla="*/ 0 h 6029201"/>
              <a:gd name="connsiteX3-207" fmla="*/ 3738171 w 3738171"/>
              <a:gd name="connsiteY3-208" fmla="*/ 6029201 h 6029201"/>
              <a:gd name="connsiteX4-209" fmla="*/ 0 w 3738171"/>
              <a:gd name="connsiteY4-210" fmla="*/ 6023726 h 6029201"/>
              <a:gd name="connsiteX0-211" fmla="*/ 0 w 3738171"/>
              <a:gd name="connsiteY0-212" fmla="*/ 6023726 h 6029201"/>
              <a:gd name="connsiteX1-213" fmla="*/ 1294065 w 3738171"/>
              <a:gd name="connsiteY1-214" fmla="*/ 3481 h 6029201"/>
              <a:gd name="connsiteX2-215" fmla="*/ 3735508 w 3738171"/>
              <a:gd name="connsiteY2-216" fmla="*/ 0 h 6029201"/>
              <a:gd name="connsiteX3-217" fmla="*/ 3738171 w 3738171"/>
              <a:gd name="connsiteY3-218" fmla="*/ 6029201 h 6029201"/>
              <a:gd name="connsiteX4-219" fmla="*/ 0 w 3738171"/>
              <a:gd name="connsiteY4-220" fmla="*/ 6023726 h 6029201"/>
              <a:gd name="connsiteX0-221" fmla="*/ 0 w 3738171"/>
              <a:gd name="connsiteY0-222" fmla="*/ 6023727 h 6029202"/>
              <a:gd name="connsiteX1-223" fmla="*/ 1294065 w 3738171"/>
              <a:gd name="connsiteY1-224" fmla="*/ 3482 h 6029202"/>
              <a:gd name="connsiteX2-225" fmla="*/ 3735510 w 3738171"/>
              <a:gd name="connsiteY2-226" fmla="*/ 0 h 6029202"/>
              <a:gd name="connsiteX3-227" fmla="*/ 3738171 w 3738171"/>
              <a:gd name="connsiteY3-228" fmla="*/ 6029202 h 6029202"/>
              <a:gd name="connsiteX4-229" fmla="*/ 0 w 3738171"/>
              <a:gd name="connsiteY4-230" fmla="*/ 6023727 h 6029202"/>
              <a:gd name="connsiteX0-231" fmla="*/ 0 w 3738171"/>
              <a:gd name="connsiteY0-232" fmla="*/ 6023727 h 6029202"/>
              <a:gd name="connsiteX1-233" fmla="*/ 1294065 w 3738171"/>
              <a:gd name="connsiteY1-234" fmla="*/ 3482 h 6029202"/>
              <a:gd name="connsiteX2-235" fmla="*/ 3735510 w 3738171"/>
              <a:gd name="connsiteY2-236" fmla="*/ 0 h 6029202"/>
              <a:gd name="connsiteX3-237" fmla="*/ 3738171 w 3738171"/>
              <a:gd name="connsiteY3-238" fmla="*/ 6029202 h 6029202"/>
              <a:gd name="connsiteX4-239" fmla="*/ 0 w 3738171"/>
              <a:gd name="connsiteY4-240" fmla="*/ 6023727 h 6029202"/>
              <a:gd name="connsiteX0-241" fmla="*/ 0 w 3738171"/>
              <a:gd name="connsiteY0-242" fmla="*/ 6020465 h 6025940"/>
              <a:gd name="connsiteX1-243" fmla="*/ 1294065 w 3738171"/>
              <a:gd name="connsiteY1-244" fmla="*/ 220 h 6025940"/>
              <a:gd name="connsiteX2-245" fmla="*/ 3735510 w 3738171"/>
              <a:gd name="connsiteY2-246" fmla="*/ 0 h 6025940"/>
              <a:gd name="connsiteX3-247" fmla="*/ 3738171 w 3738171"/>
              <a:gd name="connsiteY3-248" fmla="*/ 6025940 h 6025940"/>
              <a:gd name="connsiteX4-249" fmla="*/ 0 w 3738171"/>
              <a:gd name="connsiteY4-250" fmla="*/ 6020465 h 6025940"/>
              <a:gd name="connsiteX0-251" fmla="*/ 0 w 3738171"/>
              <a:gd name="connsiteY0-252" fmla="*/ 8138769 h 8144244"/>
              <a:gd name="connsiteX1-253" fmla="*/ 1740362 w 3738171"/>
              <a:gd name="connsiteY1-254" fmla="*/ 0 h 8144244"/>
              <a:gd name="connsiteX2-255" fmla="*/ 3735510 w 3738171"/>
              <a:gd name="connsiteY2-256" fmla="*/ 2118304 h 8144244"/>
              <a:gd name="connsiteX3-257" fmla="*/ 3738171 w 3738171"/>
              <a:gd name="connsiteY3-258" fmla="*/ 8144244 h 8144244"/>
              <a:gd name="connsiteX4-259" fmla="*/ 0 w 3738171"/>
              <a:gd name="connsiteY4-260" fmla="*/ 8138769 h 8144244"/>
              <a:gd name="connsiteX0-261" fmla="*/ 0 w 3738171"/>
              <a:gd name="connsiteY0-262" fmla="*/ 8138769 h 8144244"/>
              <a:gd name="connsiteX1-263" fmla="*/ 1740362 w 3738171"/>
              <a:gd name="connsiteY1-264" fmla="*/ 0 h 8144244"/>
              <a:gd name="connsiteX2-265" fmla="*/ 3729226 w 3738171"/>
              <a:gd name="connsiteY2-266" fmla="*/ 20651 h 8144244"/>
              <a:gd name="connsiteX3-267" fmla="*/ 3738171 w 3738171"/>
              <a:gd name="connsiteY3-268" fmla="*/ 8144244 h 8144244"/>
              <a:gd name="connsiteX4-269" fmla="*/ 0 w 3738171"/>
              <a:gd name="connsiteY4-270" fmla="*/ 8138769 h 8144244"/>
              <a:gd name="connsiteX0-271" fmla="*/ 0 w 3738171"/>
              <a:gd name="connsiteY0-272" fmla="*/ 8138989 h 8144464"/>
              <a:gd name="connsiteX1-273" fmla="*/ 1740362 w 3738171"/>
              <a:gd name="connsiteY1-274" fmla="*/ 220 h 8144464"/>
              <a:gd name="connsiteX2-275" fmla="*/ 3722943 w 3738171"/>
              <a:gd name="connsiteY2-276" fmla="*/ -1 h 8144464"/>
              <a:gd name="connsiteX3-277" fmla="*/ 3738171 w 3738171"/>
              <a:gd name="connsiteY3-278" fmla="*/ 8144464 h 8144464"/>
              <a:gd name="connsiteX4-279" fmla="*/ 0 w 3738171"/>
              <a:gd name="connsiteY4-280" fmla="*/ 8138989 h 8144464"/>
              <a:gd name="connsiteX0-281" fmla="*/ 0 w 3738171"/>
              <a:gd name="connsiteY0-282" fmla="*/ 8138990 h 8144465"/>
              <a:gd name="connsiteX1-283" fmla="*/ 1740362 w 3738171"/>
              <a:gd name="connsiteY1-284" fmla="*/ 221 h 8144465"/>
              <a:gd name="connsiteX2-285" fmla="*/ 3735515 w 3738171"/>
              <a:gd name="connsiteY2-286" fmla="*/ 0 h 8144465"/>
              <a:gd name="connsiteX3-287" fmla="*/ 3738171 w 3738171"/>
              <a:gd name="connsiteY3-288" fmla="*/ 8144465 h 8144465"/>
              <a:gd name="connsiteX4-289" fmla="*/ 0 w 3738171"/>
              <a:gd name="connsiteY4-290" fmla="*/ 8138990 h 81444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38171" h="8144465">
                <a:moveTo>
                  <a:pt x="0" y="8138990"/>
                </a:moveTo>
                <a:lnTo>
                  <a:pt x="1740362" y="221"/>
                </a:lnTo>
                <a:lnTo>
                  <a:pt x="3735515" y="0"/>
                </a:lnTo>
                <a:cubicBezTo>
                  <a:pt x="3737716" y="6030452"/>
                  <a:pt x="3735974" y="2114013"/>
                  <a:pt x="3738171" y="8144465"/>
                </a:cubicBezTo>
                <a:lnTo>
                  <a:pt x="0" y="813899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  <p:txBody>
          <a:bodyPr vert="vert">
            <a:noAutofit/>
          </a:bodyPr>
          <a:lstStyle>
            <a:lvl1pPr marL="0" indent="0">
              <a:buNone/>
              <a:defRPr sz="100" baseline="0">
                <a:noFill/>
              </a:defRPr>
            </a:lvl1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50180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95233"/>
            <a:ext cx="8731800" cy="3587656"/>
          </a:xfrm>
        </p:spPr>
        <p:txBody>
          <a:bodyPr/>
          <a:lstStyle>
            <a:lvl1pPr>
              <a:defRPr baseline="0">
                <a:solidFill>
                  <a:srgbClr val="595959"/>
                </a:solidFill>
              </a:defRPr>
            </a:lvl1pPr>
            <a:lvl2pPr>
              <a:defRPr>
                <a:solidFill>
                  <a:srgbClr val="595959"/>
                </a:solidFill>
              </a:defRPr>
            </a:lvl2pPr>
            <a:lvl3pPr>
              <a:defRPr>
                <a:solidFill>
                  <a:srgbClr val="595959"/>
                </a:solidFill>
              </a:defRPr>
            </a:lvl3pPr>
            <a:lvl4pPr>
              <a:defRPr>
                <a:solidFill>
                  <a:srgbClr val="595959"/>
                </a:solidFill>
              </a:defRPr>
            </a:lvl4pPr>
            <a:lvl5pPr>
              <a:defRPr>
                <a:solidFill>
                  <a:srgbClr val="595959"/>
                </a:solidFill>
              </a:defRPr>
            </a:lvl5pPr>
            <a:lvl6pPr marL="810260">
              <a:defRPr>
                <a:solidFill>
                  <a:srgbClr val="595959"/>
                </a:solidFill>
              </a:defRPr>
            </a:lvl6pPr>
            <a:lvl7pPr marL="944880">
              <a:lnSpc>
                <a:spcPct val="100000"/>
              </a:lnSpc>
              <a:spcBef>
                <a:spcPts val="750"/>
              </a:spcBef>
              <a:defRPr>
                <a:solidFill>
                  <a:srgbClr val="595959"/>
                </a:solidFill>
              </a:defRPr>
            </a:lvl7pPr>
            <a:lvl8pPr>
              <a:defRPr>
                <a:solidFill>
                  <a:srgbClr val="595959"/>
                </a:solidFill>
              </a:defRPr>
            </a:lvl8pPr>
            <a:lvl9pPr>
              <a:defRPr>
                <a:solidFill>
                  <a:srgbClr val="595959"/>
                </a:solidFill>
              </a:defRPr>
            </a:lvl9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2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51204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8731800" cy="3618363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2228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  <p:sp>
        <p:nvSpPr>
          <p:cNvPr id="3" name="SmartArt Placeholder 2"/>
          <p:cNvSpPr>
            <a:spLocks noGrp="1"/>
          </p:cNvSpPr>
          <p:nvPr>
            <p:ph type="pic" sz="quarter" idx="11"/>
          </p:nvPr>
        </p:nvSpPr>
        <p:spPr>
          <a:xfrm>
            <a:off x="269669" y="1156648"/>
            <a:ext cx="8686674" cy="3527759"/>
          </a:xfrm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135255" marR="0" lvl="0" indent="-17145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53252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  <p:sp>
        <p:nvSpPr>
          <p:cNvPr id="3" name="SmartArt Placeholder 2"/>
          <p:cNvSpPr>
            <a:spLocks noGrp="1"/>
          </p:cNvSpPr>
          <p:nvPr>
            <p:ph type="pic" sz="quarter" idx="11"/>
          </p:nvPr>
        </p:nvSpPr>
        <p:spPr>
          <a:xfrm>
            <a:off x="269669" y="1156648"/>
            <a:ext cx="8686674" cy="3527759"/>
          </a:xfrm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135255" marR="0" lvl="0" indent="-17145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4276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6016683" cy="361836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5" name="Bildplatzhalter 5"/>
          <p:cNvSpPr>
            <a:spLocks noGrp="1"/>
          </p:cNvSpPr>
          <p:nvPr>
            <p:ph type="pic" sz="quarter" idx="22"/>
          </p:nvPr>
        </p:nvSpPr>
        <p:spPr>
          <a:xfrm>
            <a:off x="6293072" y="1044055"/>
            <a:ext cx="2640369" cy="3638834"/>
          </a:xfrm>
          <a:custGeom>
            <a:avLst/>
            <a:gdLst>
              <a:gd name="connsiteX0" fmla="*/ 0 w 2692400"/>
              <a:gd name="connsiteY0" fmla="*/ 5308600 h 5308600"/>
              <a:gd name="connsiteX1" fmla="*/ 0 w 2692400"/>
              <a:gd name="connsiteY1" fmla="*/ 0 h 5308600"/>
              <a:gd name="connsiteX2" fmla="*/ 2692400 w 2692400"/>
              <a:gd name="connsiteY2" fmla="*/ 0 h 5308600"/>
              <a:gd name="connsiteX3" fmla="*/ 2692400 w 2692400"/>
              <a:gd name="connsiteY3" fmla="*/ 5308600 h 5308600"/>
              <a:gd name="connsiteX4" fmla="*/ 0 w 2692400"/>
              <a:gd name="connsiteY4" fmla="*/ 5308600 h 5308600"/>
              <a:gd name="connsiteX0-1" fmla="*/ 0 w 2692400"/>
              <a:gd name="connsiteY0-2" fmla="*/ 5308600 h 5308600"/>
              <a:gd name="connsiteX1-3" fmla="*/ 0 w 2692400"/>
              <a:gd name="connsiteY1-4" fmla="*/ 0 h 5308600"/>
              <a:gd name="connsiteX2-5" fmla="*/ 2692400 w 2692400"/>
              <a:gd name="connsiteY2-6" fmla="*/ 919163 h 5308600"/>
              <a:gd name="connsiteX3-7" fmla="*/ 2692400 w 2692400"/>
              <a:gd name="connsiteY3-8" fmla="*/ 5308600 h 5308600"/>
              <a:gd name="connsiteX4-9" fmla="*/ 0 w 2692400"/>
              <a:gd name="connsiteY4-10" fmla="*/ 5308600 h 5308600"/>
              <a:gd name="connsiteX0-11" fmla="*/ 0 w 2692400"/>
              <a:gd name="connsiteY0-12" fmla="*/ 5308600 h 5308600"/>
              <a:gd name="connsiteX1-13" fmla="*/ 0 w 2692400"/>
              <a:gd name="connsiteY1-14" fmla="*/ 0 h 5308600"/>
              <a:gd name="connsiteX2-15" fmla="*/ 2692400 w 2692400"/>
              <a:gd name="connsiteY2-16" fmla="*/ 923925 h 5308600"/>
              <a:gd name="connsiteX3-17" fmla="*/ 2692400 w 2692400"/>
              <a:gd name="connsiteY3-18" fmla="*/ 5308600 h 5308600"/>
              <a:gd name="connsiteX4-19" fmla="*/ 0 w 2692400"/>
              <a:gd name="connsiteY4-20" fmla="*/ 5308600 h 5308600"/>
              <a:gd name="connsiteX0-21" fmla="*/ 0 w 2692400"/>
              <a:gd name="connsiteY0-22" fmla="*/ 4362450 h 5308600"/>
              <a:gd name="connsiteX1-23" fmla="*/ 0 w 2692400"/>
              <a:gd name="connsiteY1-24" fmla="*/ 0 h 5308600"/>
              <a:gd name="connsiteX2-25" fmla="*/ 2692400 w 2692400"/>
              <a:gd name="connsiteY2-26" fmla="*/ 923925 h 5308600"/>
              <a:gd name="connsiteX3-27" fmla="*/ 2692400 w 2692400"/>
              <a:gd name="connsiteY3-28" fmla="*/ 5308600 h 5308600"/>
              <a:gd name="connsiteX4-29" fmla="*/ 0 w 2692400"/>
              <a:gd name="connsiteY4-30" fmla="*/ 4362450 h 5308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2400" h="5308600">
                <a:moveTo>
                  <a:pt x="0" y="4362450"/>
                </a:moveTo>
                <a:lnTo>
                  <a:pt x="0" y="0"/>
                </a:lnTo>
                <a:lnTo>
                  <a:pt x="2692400" y="923925"/>
                </a:lnTo>
                <a:lnTo>
                  <a:pt x="2692400" y="5308600"/>
                </a:lnTo>
                <a:lnTo>
                  <a:pt x="0" y="4362450"/>
                </a:lnTo>
                <a:close/>
              </a:path>
            </a:pathLst>
          </a:custGeom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0" indent="0">
              <a:buNone/>
              <a:defRPr baseline="0"/>
            </a:lvl1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Click icon to add picture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&amp; 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55300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6016683" cy="361836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5" name="Bildplatzhalter 5"/>
          <p:cNvSpPr>
            <a:spLocks noGrp="1"/>
          </p:cNvSpPr>
          <p:nvPr>
            <p:ph type="pic" sz="quarter" idx="22"/>
          </p:nvPr>
        </p:nvSpPr>
        <p:spPr>
          <a:xfrm>
            <a:off x="6293072" y="1044055"/>
            <a:ext cx="2640369" cy="3638834"/>
          </a:xfrm>
          <a:custGeom>
            <a:avLst/>
            <a:gdLst>
              <a:gd name="connsiteX0" fmla="*/ 0 w 2692400"/>
              <a:gd name="connsiteY0" fmla="*/ 5308600 h 5308600"/>
              <a:gd name="connsiteX1" fmla="*/ 0 w 2692400"/>
              <a:gd name="connsiteY1" fmla="*/ 0 h 5308600"/>
              <a:gd name="connsiteX2" fmla="*/ 2692400 w 2692400"/>
              <a:gd name="connsiteY2" fmla="*/ 0 h 5308600"/>
              <a:gd name="connsiteX3" fmla="*/ 2692400 w 2692400"/>
              <a:gd name="connsiteY3" fmla="*/ 5308600 h 5308600"/>
              <a:gd name="connsiteX4" fmla="*/ 0 w 2692400"/>
              <a:gd name="connsiteY4" fmla="*/ 5308600 h 5308600"/>
              <a:gd name="connsiteX0-1" fmla="*/ 0 w 2692400"/>
              <a:gd name="connsiteY0-2" fmla="*/ 5308600 h 5308600"/>
              <a:gd name="connsiteX1-3" fmla="*/ 0 w 2692400"/>
              <a:gd name="connsiteY1-4" fmla="*/ 0 h 5308600"/>
              <a:gd name="connsiteX2-5" fmla="*/ 2692400 w 2692400"/>
              <a:gd name="connsiteY2-6" fmla="*/ 919163 h 5308600"/>
              <a:gd name="connsiteX3-7" fmla="*/ 2692400 w 2692400"/>
              <a:gd name="connsiteY3-8" fmla="*/ 5308600 h 5308600"/>
              <a:gd name="connsiteX4-9" fmla="*/ 0 w 2692400"/>
              <a:gd name="connsiteY4-10" fmla="*/ 5308600 h 5308600"/>
              <a:gd name="connsiteX0-11" fmla="*/ 0 w 2692400"/>
              <a:gd name="connsiteY0-12" fmla="*/ 5308600 h 5308600"/>
              <a:gd name="connsiteX1-13" fmla="*/ 0 w 2692400"/>
              <a:gd name="connsiteY1-14" fmla="*/ 0 h 5308600"/>
              <a:gd name="connsiteX2-15" fmla="*/ 2692400 w 2692400"/>
              <a:gd name="connsiteY2-16" fmla="*/ 923925 h 5308600"/>
              <a:gd name="connsiteX3-17" fmla="*/ 2692400 w 2692400"/>
              <a:gd name="connsiteY3-18" fmla="*/ 5308600 h 5308600"/>
              <a:gd name="connsiteX4-19" fmla="*/ 0 w 2692400"/>
              <a:gd name="connsiteY4-20" fmla="*/ 5308600 h 5308600"/>
              <a:gd name="connsiteX0-21" fmla="*/ 0 w 2692400"/>
              <a:gd name="connsiteY0-22" fmla="*/ 4362450 h 5308600"/>
              <a:gd name="connsiteX1-23" fmla="*/ 0 w 2692400"/>
              <a:gd name="connsiteY1-24" fmla="*/ 0 h 5308600"/>
              <a:gd name="connsiteX2-25" fmla="*/ 2692400 w 2692400"/>
              <a:gd name="connsiteY2-26" fmla="*/ 923925 h 5308600"/>
              <a:gd name="connsiteX3-27" fmla="*/ 2692400 w 2692400"/>
              <a:gd name="connsiteY3-28" fmla="*/ 5308600 h 5308600"/>
              <a:gd name="connsiteX4-29" fmla="*/ 0 w 2692400"/>
              <a:gd name="connsiteY4-30" fmla="*/ 4362450 h 5308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2400" h="5308600">
                <a:moveTo>
                  <a:pt x="0" y="4362450"/>
                </a:moveTo>
                <a:lnTo>
                  <a:pt x="0" y="0"/>
                </a:lnTo>
                <a:lnTo>
                  <a:pt x="2692400" y="923925"/>
                </a:lnTo>
                <a:lnTo>
                  <a:pt x="2692400" y="5308600"/>
                </a:lnTo>
                <a:lnTo>
                  <a:pt x="0" y="4362450"/>
                </a:lnTo>
                <a:close/>
              </a:path>
            </a:pathLst>
          </a:custGeom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0" indent="0">
              <a:buNone/>
              <a:defRPr baseline="0"/>
            </a:lvl1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Click icon to add picture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6324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81688" y="1115705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6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4640441" y="1115704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85003" y="462804"/>
            <a:ext cx="8458674" cy="5710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57348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81688" y="1115705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6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4640441" y="1115704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85003" y="462804"/>
            <a:ext cx="8458674" cy="5710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8372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474767" y="474720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59396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474767" y="474720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22"/>
          <p:cNvSpPr/>
          <p:nvPr/>
        </p:nvSpPr>
        <p:spPr>
          <a:xfrm rot="10800000">
            <a:off x="3484563" y="0"/>
            <a:ext cx="5676900" cy="51435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htwinkliges Dreieck 22"/>
          <p:cNvSpPr/>
          <p:nvPr/>
        </p:nvSpPr>
        <p:spPr>
          <a:xfrm>
            <a:off x="0" y="3470275"/>
            <a:ext cx="1755775" cy="1673225"/>
          </a:xfrm>
          <a:prstGeom prst="rt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73075" y="3260725"/>
            <a:ext cx="4386263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ABM Knowledgeware Limited.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Corporate Office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ABM House, Plot No. 268,Linking Road, Bandra West,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Mumbai-400 050.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Tel:  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+91 22 4290 9700 </a:t>
            </a: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Email: 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egovernance@abmindia.com</a:t>
            </a: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Web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www.abmindia.com</a:t>
            </a: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EA00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altLang="en-US" sz="500" b="1" i="0" u="none" strike="noStrike" kern="1200" cap="none" spc="0" normalizeH="0" baseline="0" noProof="0">
              <a:ln>
                <a:noFill/>
              </a:ln>
              <a:solidFill>
                <a:srgbClr val="EA008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Right Triangle 5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45" name="Picture 6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platzhalter 2"/>
          <p:cNvSpPr>
            <a:spLocks noGrp="1"/>
          </p:cNvSpPr>
          <p:nvPr>
            <p:ph type="body" sz="quarter" idx="22"/>
          </p:nvPr>
        </p:nvSpPr>
        <p:spPr>
          <a:xfrm rot="5400000">
            <a:off x="1263870" y="482194"/>
            <a:ext cx="3398674" cy="5923937"/>
          </a:xfrm>
          <a:custGeom>
            <a:avLst/>
            <a:gdLst>
              <a:gd name="connsiteX0" fmla="*/ 0 w 8917307"/>
              <a:gd name="connsiteY0" fmla="*/ 5930058 h 5930058"/>
              <a:gd name="connsiteX1" fmla="*/ 2115192 w 8917307"/>
              <a:gd name="connsiteY1" fmla="*/ 0 h 5930058"/>
              <a:gd name="connsiteX2" fmla="*/ 8917307 w 8917307"/>
              <a:gd name="connsiteY2" fmla="*/ 0 h 5930058"/>
              <a:gd name="connsiteX3" fmla="*/ 6802115 w 8917307"/>
              <a:gd name="connsiteY3" fmla="*/ 5930058 h 5930058"/>
              <a:gd name="connsiteX4" fmla="*/ 0 w 8917307"/>
              <a:gd name="connsiteY4" fmla="*/ 5930058 h 5930058"/>
              <a:gd name="connsiteX0-1" fmla="*/ 0 w 8917307"/>
              <a:gd name="connsiteY0-2" fmla="*/ 5930058 h 5930058"/>
              <a:gd name="connsiteX1-3" fmla="*/ 2115192 w 8917307"/>
              <a:gd name="connsiteY1-4" fmla="*/ 0 h 5930058"/>
              <a:gd name="connsiteX2-5" fmla="*/ 8917307 w 8917307"/>
              <a:gd name="connsiteY2-6" fmla="*/ 0 h 5930058"/>
              <a:gd name="connsiteX3-7" fmla="*/ 4528818 w 8917307"/>
              <a:gd name="connsiteY3-8" fmla="*/ 5930058 h 5930058"/>
              <a:gd name="connsiteX4-9" fmla="*/ 0 w 8917307"/>
              <a:gd name="connsiteY4-10" fmla="*/ 5930058 h 5930058"/>
              <a:gd name="connsiteX0-11" fmla="*/ 0 w 4561210"/>
              <a:gd name="connsiteY0-12" fmla="*/ 5930059 h 5930059"/>
              <a:gd name="connsiteX1-13" fmla="*/ 2115192 w 4561210"/>
              <a:gd name="connsiteY1-14" fmla="*/ 1 h 5930059"/>
              <a:gd name="connsiteX2-15" fmla="*/ 4561210 w 4561210"/>
              <a:gd name="connsiteY2-16" fmla="*/ 0 h 5930059"/>
              <a:gd name="connsiteX3-17" fmla="*/ 4528818 w 4561210"/>
              <a:gd name="connsiteY3-18" fmla="*/ 5930059 h 5930059"/>
              <a:gd name="connsiteX4-19" fmla="*/ 0 w 4561210"/>
              <a:gd name="connsiteY4-20" fmla="*/ 5930059 h 5930059"/>
              <a:gd name="connsiteX0-21" fmla="*/ 0 w 3008635"/>
              <a:gd name="connsiteY0-22" fmla="*/ 5893807 h 5930059"/>
              <a:gd name="connsiteX1-23" fmla="*/ 562617 w 3008635"/>
              <a:gd name="connsiteY1-24" fmla="*/ 1 h 5930059"/>
              <a:gd name="connsiteX2-25" fmla="*/ 3008635 w 3008635"/>
              <a:gd name="connsiteY2-26" fmla="*/ 0 h 5930059"/>
              <a:gd name="connsiteX3-27" fmla="*/ 2976243 w 3008635"/>
              <a:gd name="connsiteY3-28" fmla="*/ 5930059 h 5930059"/>
              <a:gd name="connsiteX4-29" fmla="*/ 0 w 3008635"/>
              <a:gd name="connsiteY4-30" fmla="*/ 5893807 h 5930059"/>
              <a:gd name="connsiteX0-31" fmla="*/ 0 w 3008635"/>
              <a:gd name="connsiteY0-32" fmla="*/ 5893807 h 5930055"/>
              <a:gd name="connsiteX1-33" fmla="*/ 562617 w 3008635"/>
              <a:gd name="connsiteY1-34" fmla="*/ 1 h 5930055"/>
              <a:gd name="connsiteX2-35" fmla="*/ 3008635 w 3008635"/>
              <a:gd name="connsiteY2-36" fmla="*/ 0 h 5930055"/>
              <a:gd name="connsiteX3-37" fmla="*/ 2985770 w 3008635"/>
              <a:gd name="connsiteY3-38" fmla="*/ 5930057 h 5930055"/>
              <a:gd name="connsiteX4-39" fmla="*/ 0 w 3008635"/>
              <a:gd name="connsiteY4-40" fmla="*/ 5893807 h 5930055"/>
              <a:gd name="connsiteX0-41" fmla="*/ 0 w 2994348"/>
              <a:gd name="connsiteY0-42" fmla="*/ 5884745 h 5930059"/>
              <a:gd name="connsiteX1-43" fmla="*/ 548330 w 2994348"/>
              <a:gd name="connsiteY1-44" fmla="*/ 1 h 5930059"/>
              <a:gd name="connsiteX2-45" fmla="*/ 2994348 w 2994348"/>
              <a:gd name="connsiteY2-46" fmla="*/ 0 h 5930059"/>
              <a:gd name="connsiteX3-47" fmla="*/ 2971483 w 2994348"/>
              <a:gd name="connsiteY3-48" fmla="*/ 5930057 h 5930059"/>
              <a:gd name="connsiteX4-49" fmla="*/ 0 w 2994348"/>
              <a:gd name="connsiteY4-50" fmla="*/ 5884745 h 5930059"/>
              <a:gd name="connsiteX0-51" fmla="*/ 0 w 2999111"/>
              <a:gd name="connsiteY0-52" fmla="*/ 5911931 h 5930055"/>
              <a:gd name="connsiteX1-53" fmla="*/ 553093 w 2999111"/>
              <a:gd name="connsiteY1-54" fmla="*/ 1 h 5930055"/>
              <a:gd name="connsiteX2-55" fmla="*/ 2999111 w 2999111"/>
              <a:gd name="connsiteY2-56" fmla="*/ 0 h 5930055"/>
              <a:gd name="connsiteX3-57" fmla="*/ 2976246 w 2999111"/>
              <a:gd name="connsiteY3-58" fmla="*/ 5930057 h 5930055"/>
              <a:gd name="connsiteX4-59" fmla="*/ 0 w 2999111"/>
              <a:gd name="connsiteY4-60" fmla="*/ 5911931 h 5930055"/>
              <a:gd name="connsiteX0-61" fmla="*/ 0 w 3761036"/>
              <a:gd name="connsiteY0-62" fmla="*/ 5924582 h 5930056"/>
              <a:gd name="connsiteX1-63" fmla="*/ 1315018 w 3761036"/>
              <a:gd name="connsiteY1-64" fmla="*/ 1 h 5930056"/>
              <a:gd name="connsiteX2-65" fmla="*/ 3761036 w 3761036"/>
              <a:gd name="connsiteY2-66" fmla="*/ 0 h 5930056"/>
              <a:gd name="connsiteX3-67" fmla="*/ 3738171 w 3761036"/>
              <a:gd name="connsiteY3-68" fmla="*/ 5930057 h 5930056"/>
              <a:gd name="connsiteX4-69" fmla="*/ 0 w 3761036"/>
              <a:gd name="connsiteY4-70" fmla="*/ 5924582 h 5930056"/>
              <a:gd name="connsiteX0-71" fmla="*/ 0 w 3761036"/>
              <a:gd name="connsiteY0-72" fmla="*/ 6020245 h 6025720"/>
              <a:gd name="connsiteX1-73" fmla="*/ 1294065 w 3761036"/>
              <a:gd name="connsiteY1-74" fmla="*/ 0 h 6025720"/>
              <a:gd name="connsiteX2-75" fmla="*/ 3761036 w 3761036"/>
              <a:gd name="connsiteY2-76" fmla="*/ 95663 h 6025720"/>
              <a:gd name="connsiteX3-77" fmla="*/ 3738171 w 3761036"/>
              <a:gd name="connsiteY3-78" fmla="*/ 6025720 h 6025720"/>
              <a:gd name="connsiteX4-79" fmla="*/ 0 w 3761036"/>
              <a:gd name="connsiteY4-80" fmla="*/ 6020245 h 6025720"/>
              <a:gd name="connsiteX0-81" fmla="*/ 0 w 3754750"/>
              <a:gd name="connsiteY0-82" fmla="*/ 6020245 h 6025720"/>
              <a:gd name="connsiteX1-83" fmla="*/ 1294065 w 3754750"/>
              <a:gd name="connsiteY1-84" fmla="*/ 0 h 6025720"/>
              <a:gd name="connsiteX2-85" fmla="*/ 3754750 w 3754750"/>
              <a:gd name="connsiteY2-86" fmla="*/ 33046 h 6025720"/>
              <a:gd name="connsiteX3-87" fmla="*/ 3738171 w 3754750"/>
              <a:gd name="connsiteY3-88" fmla="*/ 6025720 h 6025720"/>
              <a:gd name="connsiteX4-89" fmla="*/ 0 w 3754750"/>
              <a:gd name="connsiteY4-90" fmla="*/ 6020245 h 6025720"/>
              <a:gd name="connsiteX0-91" fmla="*/ 0 w 3761036"/>
              <a:gd name="connsiteY0-92" fmla="*/ 6020245 h 6025720"/>
              <a:gd name="connsiteX1-93" fmla="*/ 1294065 w 3761036"/>
              <a:gd name="connsiteY1-94" fmla="*/ 0 h 6025720"/>
              <a:gd name="connsiteX2-95" fmla="*/ 3761036 w 3761036"/>
              <a:gd name="connsiteY2-96" fmla="*/ 22610 h 6025720"/>
              <a:gd name="connsiteX3-97" fmla="*/ 3738171 w 3761036"/>
              <a:gd name="connsiteY3-98" fmla="*/ 6025720 h 6025720"/>
              <a:gd name="connsiteX4-99" fmla="*/ 0 w 3761036"/>
              <a:gd name="connsiteY4-100" fmla="*/ 6020245 h 6025720"/>
              <a:gd name="connsiteX0-101" fmla="*/ 0 w 3740292"/>
              <a:gd name="connsiteY0-102" fmla="*/ 6020245 h 6025720"/>
              <a:gd name="connsiteX1-103" fmla="*/ 1294065 w 3740292"/>
              <a:gd name="connsiteY1-104" fmla="*/ 0 h 6025720"/>
              <a:gd name="connsiteX2-105" fmla="*/ 3737464 w 3740292"/>
              <a:gd name="connsiteY2-106" fmla="*/ 19349 h 6025720"/>
              <a:gd name="connsiteX3-107" fmla="*/ 3738171 w 3740292"/>
              <a:gd name="connsiteY3-108" fmla="*/ 6025720 h 6025720"/>
              <a:gd name="connsiteX4-109" fmla="*/ 0 w 3740292"/>
              <a:gd name="connsiteY4-110" fmla="*/ 6020245 h 6025720"/>
              <a:gd name="connsiteX0-111" fmla="*/ 0 w 3740103"/>
              <a:gd name="connsiteY0-112" fmla="*/ 6020245 h 6025720"/>
              <a:gd name="connsiteX1-113" fmla="*/ 1294065 w 3740103"/>
              <a:gd name="connsiteY1-114" fmla="*/ 0 h 6025720"/>
              <a:gd name="connsiteX2-115" fmla="*/ 3735502 w 3740103"/>
              <a:gd name="connsiteY2-116" fmla="*/ 12827 h 6025720"/>
              <a:gd name="connsiteX3-117" fmla="*/ 3738171 w 3740103"/>
              <a:gd name="connsiteY3-118" fmla="*/ 6025720 h 6025720"/>
              <a:gd name="connsiteX4-119" fmla="*/ 0 w 3740103"/>
              <a:gd name="connsiteY4-120" fmla="*/ 6020245 h 6025720"/>
              <a:gd name="connsiteX0-121" fmla="*/ 0 w 3740103"/>
              <a:gd name="connsiteY0-122" fmla="*/ 6020463 h 6025938"/>
              <a:gd name="connsiteX1-123" fmla="*/ 1294065 w 3740103"/>
              <a:gd name="connsiteY1-124" fmla="*/ 218 h 6025938"/>
              <a:gd name="connsiteX2-125" fmla="*/ 3735502 w 3740103"/>
              <a:gd name="connsiteY2-126" fmla="*/ 0 h 6025938"/>
              <a:gd name="connsiteX3-127" fmla="*/ 3738171 w 3740103"/>
              <a:gd name="connsiteY3-128" fmla="*/ 6025938 h 6025938"/>
              <a:gd name="connsiteX4-129" fmla="*/ 0 w 3740103"/>
              <a:gd name="connsiteY4-130" fmla="*/ 6020463 h 6025938"/>
              <a:gd name="connsiteX0-131" fmla="*/ 0 w 3741397"/>
              <a:gd name="connsiteY0-132" fmla="*/ 6023725 h 6029200"/>
              <a:gd name="connsiteX1-133" fmla="*/ 1294065 w 3741397"/>
              <a:gd name="connsiteY1-134" fmla="*/ 3480 h 6029200"/>
              <a:gd name="connsiteX2-135" fmla="*/ 3741397 w 3741397"/>
              <a:gd name="connsiteY2-136" fmla="*/ 0 h 6029200"/>
              <a:gd name="connsiteX3-137" fmla="*/ 3738171 w 3741397"/>
              <a:gd name="connsiteY3-138" fmla="*/ 6029200 h 6029200"/>
              <a:gd name="connsiteX4-139" fmla="*/ 0 w 3741397"/>
              <a:gd name="connsiteY4-140" fmla="*/ 6023725 h 6029200"/>
              <a:gd name="connsiteX0-141" fmla="*/ 0 w 3747290"/>
              <a:gd name="connsiteY0-142" fmla="*/ 6023725 h 6029200"/>
              <a:gd name="connsiteX1-143" fmla="*/ 1294065 w 3747290"/>
              <a:gd name="connsiteY1-144" fmla="*/ 3480 h 6029200"/>
              <a:gd name="connsiteX2-145" fmla="*/ 3747290 w 3747290"/>
              <a:gd name="connsiteY2-146" fmla="*/ 0 h 6029200"/>
              <a:gd name="connsiteX3-147" fmla="*/ 3738171 w 3747290"/>
              <a:gd name="connsiteY3-148" fmla="*/ 6029200 h 6029200"/>
              <a:gd name="connsiteX4-149" fmla="*/ 0 w 3747290"/>
              <a:gd name="connsiteY4-150" fmla="*/ 6023725 h 6029200"/>
              <a:gd name="connsiteX0-151" fmla="*/ 0 w 3743362"/>
              <a:gd name="connsiteY0-152" fmla="*/ 6023725 h 6029200"/>
              <a:gd name="connsiteX1-153" fmla="*/ 1294065 w 3743362"/>
              <a:gd name="connsiteY1-154" fmla="*/ 3480 h 6029200"/>
              <a:gd name="connsiteX2-155" fmla="*/ 3743362 w 3743362"/>
              <a:gd name="connsiteY2-156" fmla="*/ 0 h 6029200"/>
              <a:gd name="connsiteX3-157" fmla="*/ 3738171 w 3743362"/>
              <a:gd name="connsiteY3-158" fmla="*/ 6029200 h 6029200"/>
              <a:gd name="connsiteX4-159" fmla="*/ 0 w 3743362"/>
              <a:gd name="connsiteY4-160" fmla="*/ 6023725 h 6029200"/>
              <a:gd name="connsiteX0-161" fmla="*/ 0 w 3740103"/>
              <a:gd name="connsiteY0-162" fmla="*/ 6023725 h 6029200"/>
              <a:gd name="connsiteX1-163" fmla="*/ 1294065 w 3740103"/>
              <a:gd name="connsiteY1-164" fmla="*/ 3480 h 6029200"/>
              <a:gd name="connsiteX2-165" fmla="*/ 3735505 w 3740103"/>
              <a:gd name="connsiteY2-166" fmla="*/ 0 h 6029200"/>
              <a:gd name="connsiteX3-167" fmla="*/ 3738171 w 3740103"/>
              <a:gd name="connsiteY3-168" fmla="*/ 6029200 h 6029200"/>
              <a:gd name="connsiteX4-169" fmla="*/ 0 w 3740103"/>
              <a:gd name="connsiteY4-170" fmla="*/ 6023725 h 6029200"/>
              <a:gd name="connsiteX0-171" fmla="*/ 0 w 3740103"/>
              <a:gd name="connsiteY0-172" fmla="*/ 6023726 h 6029201"/>
              <a:gd name="connsiteX1-173" fmla="*/ 1294065 w 3740103"/>
              <a:gd name="connsiteY1-174" fmla="*/ 3481 h 6029201"/>
              <a:gd name="connsiteX2-175" fmla="*/ 3735508 w 3740103"/>
              <a:gd name="connsiteY2-176" fmla="*/ 0 h 6029201"/>
              <a:gd name="connsiteX3-177" fmla="*/ 3738171 w 3740103"/>
              <a:gd name="connsiteY3-178" fmla="*/ 6029201 h 6029201"/>
              <a:gd name="connsiteX4-179" fmla="*/ 0 w 3740103"/>
              <a:gd name="connsiteY4-180" fmla="*/ 6023726 h 6029201"/>
              <a:gd name="connsiteX0-181" fmla="*/ 0 w 3740727"/>
              <a:gd name="connsiteY0-182" fmla="*/ 6023726 h 6029201"/>
              <a:gd name="connsiteX1-183" fmla="*/ 1294065 w 3740727"/>
              <a:gd name="connsiteY1-184" fmla="*/ 3481 h 6029201"/>
              <a:gd name="connsiteX2-185" fmla="*/ 3735508 w 3740727"/>
              <a:gd name="connsiteY2-186" fmla="*/ 0 h 6029201"/>
              <a:gd name="connsiteX3-187" fmla="*/ 3738171 w 3740727"/>
              <a:gd name="connsiteY3-188" fmla="*/ 6029201 h 6029201"/>
              <a:gd name="connsiteX4-189" fmla="*/ 0 w 3740727"/>
              <a:gd name="connsiteY4-190" fmla="*/ 6023726 h 6029201"/>
              <a:gd name="connsiteX0-191" fmla="*/ 0 w 3740728"/>
              <a:gd name="connsiteY0-192" fmla="*/ 6023726 h 6029201"/>
              <a:gd name="connsiteX1-193" fmla="*/ 1294065 w 3740728"/>
              <a:gd name="connsiteY1-194" fmla="*/ 3481 h 6029201"/>
              <a:gd name="connsiteX2-195" fmla="*/ 3735508 w 3740728"/>
              <a:gd name="connsiteY2-196" fmla="*/ 0 h 6029201"/>
              <a:gd name="connsiteX3-197" fmla="*/ 3738171 w 3740728"/>
              <a:gd name="connsiteY3-198" fmla="*/ 6029201 h 6029201"/>
              <a:gd name="connsiteX4-199" fmla="*/ 0 w 3740728"/>
              <a:gd name="connsiteY4-200" fmla="*/ 6023726 h 6029201"/>
              <a:gd name="connsiteX0-201" fmla="*/ 0 w 3738171"/>
              <a:gd name="connsiteY0-202" fmla="*/ 6023726 h 6029201"/>
              <a:gd name="connsiteX1-203" fmla="*/ 1294065 w 3738171"/>
              <a:gd name="connsiteY1-204" fmla="*/ 3481 h 6029201"/>
              <a:gd name="connsiteX2-205" fmla="*/ 3735508 w 3738171"/>
              <a:gd name="connsiteY2-206" fmla="*/ 0 h 6029201"/>
              <a:gd name="connsiteX3-207" fmla="*/ 3738171 w 3738171"/>
              <a:gd name="connsiteY3-208" fmla="*/ 6029201 h 6029201"/>
              <a:gd name="connsiteX4-209" fmla="*/ 0 w 3738171"/>
              <a:gd name="connsiteY4-210" fmla="*/ 6023726 h 6029201"/>
              <a:gd name="connsiteX0-211" fmla="*/ 0 w 3738171"/>
              <a:gd name="connsiteY0-212" fmla="*/ 6023726 h 6029201"/>
              <a:gd name="connsiteX1-213" fmla="*/ 1294065 w 3738171"/>
              <a:gd name="connsiteY1-214" fmla="*/ 3481 h 6029201"/>
              <a:gd name="connsiteX2-215" fmla="*/ 3735508 w 3738171"/>
              <a:gd name="connsiteY2-216" fmla="*/ 0 h 6029201"/>
              <a:gd name="connsiteX3-217" fmla="*/ 3738171 w 3738171"/>
              <a:gd name="connsiteY3-218" fmla="*/ 6029201 h 6029201"/>
              <a:gd name="connsiteX4-219" fmla="*/ 0 w 3738171"/>
              <a:gd name="connsiteY4-220" fmla="*/ 6023726 h 6029201"/>
              <a:gd name="connsiteX0-221" fmla="*/ 0 w 3738171"/>
              <a:gd name="connsiteY0-222" fmla="*/ 6023727 h 6029202"/>
              <a:gd name="connsiteX1-223" fmla="*/ 1294065 w 3738171"/>
              <a:gd name="connsiteY1-224" fmla="*/ 3482 h 6029202"/>
              <a:gd name="connsiteX2-225" fmla="*/ 3735510 w 3738171"/>
              <a:gd name="connsiteY2-226" fmla="*/ 0 h 6029202"/>
              <a:gd name="connsiteX3-227" fmla="*/ 3738171 w 3738171"/>
              <a:gd name="connsiteY3-228" fmla="*/ 6029202 h 6029202"/>
              <a:gd name="connsiteX4-229" fmla="*/ 0 w 3738171"/>
              <a:gd name="connsiteY4-230" fmla="*/ 6023727 h 6029202"/>
              <a:gd name="connsiteX0-231" fmla="*/ 0 w 3738171"/>
              <a:gd name="connsiteY0-232" fmla="*/ 6023727 h 6029202"/>
              <a:gd name="connsiteX1-233" fmla="*/ 1294065 w 3738171"/>
              <a:gd name="connsiteY1-234" fmla="*/ 3482 h 6029202"/>
              <a:gd name="connsiteX2-235" fmla="*/ 3735510 w 3738171"/>
              <a:gd name="connsiteY2-236" fmla="*/ 0 h 6029202"/>
              <a:gd name="connsiteX3-237" fmla="*/ 3738171 w 3738171"/>
              <a:gd name="connsiteY3-238" fmla="*/ 6029202 h 6029202"/>
              <a:gd name="connsiteX4-239" fmla="*/ 0 w 3738171"/>
              <a:gd name="connsiteY4-240" fmla="*/ 6023727 h 6029202"/>
              <a:gd name="connsiteX0-241" fmla="*/ 0 w 3738171"/>
              <a:gd name="connsiteY0-242" fmla="*/ 6020465 h 6025940"/>
              <a:gd name="connsiteX1-243" fmla="*/ 1294065 w 3738171"/>
              <a:gd name="connsiteY1-244" fmla="*/ 220 h 6025940"/>
              <a:gd name="connsiteX2-245" fmla="*/ 3735510 w 3738171"/>
              <a:gd name="connsiteY2-246" fmla="*/ 0 h 6025940"/>
              <a:gd name="connsiteX3-247" fmla="*/ 3738171 w 3738171"/>
              <a:gd name="connsiteY3-248" fmla="*/ 6025940 h 6025940"/>
              <a:gd name="connsiteX4-249" fmla="*/ 0 w 3738171"/>
              <a:gd name="connsiteY4-250" fmla="*/ 6020465 h 6025940"/>
              <a:gd name="connsiteX0-251" fmla="*/ 0 w 3738171"/>
              <a:gd name="connsiteY0-252" fmla="*/ 8138769 h 8144244"/>
              <a:gd name="connsiteX1-253" fmla="*/ 1740362 w 3738171"/>
              <a:gd name="connsiteY1-254" fmla="*/ 0 h 8144244"/>
              <a:gd name="connsiteX2-255" fmla="*/ 3735510 w 3738171"/>
              <a:gd name="connsiteY2-256" fmla="*/ 2118304 h 8144244"/>
              <a:gd name="connsiteX3-257" fmla="*/ 3738171 w 3738171"/>
              <a:gd name="connsiteY3-258" fmla="*/ 8144244 h 8144244"/>
              <a:gd name="connsiteX4-259" fmla="*/ 0 w 3738171"/>
              <a:gd name="connsiteY4-260" fmla="*/ 8138769 h 8144244"/>
              <a:gd name="connsiteX0-261" fmla="*/ 0 w 3738171"/>
              <a:gd name="connsiteY0-262" fmla="*/ 8138769 h 8144244"/>
              <a:gd name="connsiteX1-263" fmla="*/ 1740362 w 3738171"/>
              <a:gd name="connsiteY1-264" fmla="*/ 0 h 8144244"/>
              <a:gd name="connsiteX2-265" fmla="*/ 3729226 w 3738171"/>
              <a:gd name="connsiteY2-266" fmla="*/ 20651 h 8144244"/>
              <a:gd name="connsiteX3-267" fmla="*/ 3738171 w 3738171"/>
              <a:gd name="connsiteY3-268" fmla="*/ 8144244 h 8144244"/>
              <a:gd name="connsiteX4-269" fmla="*/ 0 w 3738171"/>
              <a:gd name="connsiteY4-270" fmla="*/ 8138769 h 8144244"/>
              <a:gd name="connsiteX0-271" fmla="*/ 0 w 3738171"/>
              <a:gd name="connsiteY0-272" fmla="*/ 8138989 h 8144464"/>
              <a:gd name="connsiteX1-273" fmla="*/ 1740362 w 3738171"/>
              <a:gd name="connsiteY1-274" fmla="*/ 220 h 8144464"/>
              <a:gd name="connsiteX2-275" fmla="*/ 3722943 w 3738171"/>
              <a:gd name="connsiteY2-276" fmla="*/ -1 h 8144464"/>
              <a:gd name="connsiteX3-277" fmla="*/ 3738171 w 3738171"/>
              <a:gd name="connsiteY3-278" fmla="*/ 8144464 h 8144464"/>
              <a:gd name="connsiteX4-279" fmla="*/ 0 w 3738171"/>
              <a:gd name="connsiteY4-280" fmla="*/ 8138989 h 8144464"/>
              <a:gd name="connsiteX0-281" fmla="*/ 0 w 3738171"/>
              <a:gd name="connsiteY0-282" fmla="*/ 8138990 h 8144465"/>
              <a:gd name="connsiteX1-283" fmla="*/ 1740362 w 3738171"/>
              <a:gd name="connsiteY1-284" fmla="*/ 221 h 8144465"/>
              <a:gd name="connsiteX2-285" fmla="*/ 3735515 w 3738171"/>
              <a:gd name="connsiteY2-286" fmla="*/ 0 h 8144465"/>
              <a:gd name="connsiteX3-287" fmla="*/ 3738171 w 3738171"/>
              <a:gd name="connsiteY3-288" fmla="*/ 8144465 h 8144465"/>
              <a:gd name="connsiteX4-289" fmla="*/ 0 w 3738171"/>
              <a:gd name="connsiteY4-290" fmla="*/ 8138990 h 81444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38171" h="8144465">
                <a:moveTo>
                  <a:pt x="0" y="8138990"/>
                </a:moveTo>
                <a:lnTo>
                  <a:pt x="1740362" y="221"/>
                </a:lnTo>
                <a:lnTo>
                  <a:pt x="3735515" y="0"/>
                </a:lnTo>
                <a:cubicBezTo>
                  <a:pt x="3737716" y="6030452"/>
                  <a:pt x="3735974" y="2114013"/>
                  <a:pt x="3738171" y="8144465"/>
                </a:cubicBezTo>
                <a:lnTo>
                  <a:pt x="0" y="813899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  <p:txBody>
          <a:bodyPr vert="vert">
            <a:noAutofit/>
          </a:bodyPr>
          <a:lstStyle>
            <a:lvl1pPr marL="0" indent="0">
              <a:buNone/>
              <a:defRPr sz="100" baseline="0">
                <a:noFill/>
              </a:defRPr>
            </a:lvl1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/>
          <p:cNvSpPr txBox="1"/>
          <p:nvPr/>
        </p:nvSpPr>
        <p:spPr>
          <a:xfrm rot="5400000">
            <a:off x="5783161" y="2619156"/>
            <a:ext cx="1881232" cy="1480344"/>
          </a:xfrm>
          <a:prstGeom prst="parallelogram">
            <a:avLst>
              <a:gd name="adj" fmla="val 27347"/>
            </a:avLst>
          </a:prstGeom>
          <a:blipFill>
            <a:blip r:embed="rId2" cstate="email"/>
            <a:stretch>
              <a:fillRect/>
            </a:stretch>
          </a:blipFill>
        </p:spPr>
        <p:txBody>
          <a:bodyPr lIns="68580" tIns="34290" rIns="68580" bIns="3429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None/>
              <a:defRPr lang="de-DE" sz="100" kern="1200" baseline="0" dirty="0">
                <a:noFill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4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90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979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45" indent="-17970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750" indent="-17970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6666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de-DE" sz="100" b="0" i="0" u="none" strike="noStrike" kern="1200" cap="none" spc="0" normalizeH="0" baseline="0" noProof="0">
                <a:ln>
                  <a:noFill/>
                </a:ln>
                <a:blipFill>
                  <a:blip r:embed="rId3"/>
                  <a:stretch>
                    <a:fillRect/>
                  </a:stretch>
                </a:blip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kumimoji="0" lang="de-DE" sz="100" b="0" i="0" u="none" strike="noStrike" kern="1200" cap="none" spc="0" normalizeH="0" baseline="0" noProof="0">
              <a:ln>
                <a:noFill/>
              </a:ln>
              <a:blipFill>
                <a:blip r:embed="rId3"/>
                <a:stretch>
                  <a:fillRect/>
                </a:stretch>
              </a:blip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470275"/>
            <a:ext cx="9144000" cy="167322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5"/>
          </p:nvPr>
        </p:nvSpPr>
        <p:spPr>
          <a:xfrm rot="5400000" flipV="1">
            <a:off x="6461100" y="1235004"/>
            <a:ext cx="2493259" cy="1952100"/>
          </a:xfrm>
          <a:prstGeom prst="parallelogram">
            <a:avLst>
              <a:gd name="adj" fmla="val 27486"/>
            </a:avLst>
          </a:prstGeom>
          <a:blipFill>
            <a:blip r:embed="rId3" cstate="email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 marL="135255" indent="0">
              <a:buNone/>
              <a:defRPr sz="100">
                <a:noFill/>
              </a:defRPr>
            </a:lvl2pPr>
            <a:lvl3pPr marL="269875" indent="0">
              <a:buNone/>
              <a:defRPr sz="100">
                <a:noFill/>
              </a:defRPr>
            </a:lvl3pPr>
            <a:lvl4pPr marL="405130" indent="0">
              <a:buNone/>
              <a:defRPr sz="100">
                <a:noFill/>
              </a:defRPr>
            </a:lvl4pPr>
            <a:lvl5pPr marL="539750" indent="0">
              <a:buNone/>
              <a:defRPr sz="100">
                <a:noFill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6"/>
          </p:nvPr>
        </p:nvSpPr>
        <p:spPr>
          <a:xfrm rot="5400000">
            <a:off x="5783400" y="1226904"/>
            <a:ext cx="1881900" cy="1479600"/>
          </a:xfrm>
          <a:prstGeom prst="parallelogram">
            <a:avLst>
              <a:gd name="adj" fmla="val 27486"/>
            </a:avLst>
          </a:prstGeom>
          <a:blipFill>
            <a:blip r:embed="rId2" cstate="email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 marL="135255" indent="0">
              <a:buNone/>
              <a:defRPr sz="100">
                <a:noFill/>
              </a:defRPr>
            </a:lvl2pPr>
            <a:lvl3pPr marL="269875" indent="0">
              <a:buNone/>
              <a:defRPr sz="100">
                <a:noFill/>
              </a:defRPr>
            </a:lvl3pPr>
            <a:lvl4pPr marL="405130" indent="0">
              <a:buNone/>
              <a:defRPr sz="100">
                <a:noFill/>
              </a:defRPr>
            </a:lvl4pPr>
            <a:lvl5pPr marL="539750" indent="0">
              <a:buNone/>
              <a:defRPr sz="100">
                <a:noFill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57504" y="1414761"/>
            <a:ext cx="6355745" cy="2928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59595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>
              <a:buNone/>
              <a:defRPr sz="1700">
                <a:latin typeface="Verdana" panose="020B0604030504040204"/>
                <a:cs typeface="Verdana" panose="020B0604030504040204"/>
              </a:defRPr>
            </a:lvl2pPr>
            <a:lvl3pPr marL="685800" indent="0">
              <a:buNone/>
              <a:defRPr sz="1700">
                <a:latin typeface="Verdana" panose="020B0604030504040204"/>
                <a:cs typeface="Verdana" panose="020B0604030504040204"/>
              </a:defRPr>
            </a:lvl3pPr>
            <a:lvl4pPr marL="1028700" indent="0">
              <a:buNone/>
              <a:defRPr sz="1700">
                <a:latin typeface="Verdana" panose="020B0604030504040204"/>
                <a:cs typeface="Verdana" panose="020B0604030504040204"/>
              </a:defRPr>
            </a:lvl4pPr>
            <a:lvl5pPr marL="1371600" indent="0">
              <a:buNone/>
              <a:defRPr sz="1700">
                <a:latin typeface="Verdana" panose="020B0604030504040204"/>
                <a:cs typeface="Verdana" panose="020B0604030504040204"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505" y="512324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505" y="749529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457505" y="986735"/>
            <a:ext cx="5130000" cy="1714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buNone/>
              <a:defRPr sz="1200" b="0">
                <a:solidFill>
                  <a:srgbClr val="595959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</p:spTree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6147" name="Picture 4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372971" y="3651870"/>
            <a:ext cx="5184000" cy="29289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1725"/>
              </a:lnSpc>
              <a:spcBef>
                <a:spcPts val="0"/>
              </a:spcBef>
              <a:buNone/>
              <a:defRPr sz="1800">
                <a:solidFill>
                  <a:srgbClr val="59595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>
              <a:buNone/>
              <a:defRPr sz="1700">
                <a:latin typeface="Verdana" panose="020B0604030504040204"/>
                <a:cs typeface="Verdana" panose="020B0604030504040204"/>
              </a:defRPr>
            </a:lvl2pPr>
            <a:lvl3pPr marL="685800" indent="0">
              <a:buNone/>
              <a:defRPr sz="1700">
                <a:latin typeface="Verdana" panose="020B0604030504040204"/>
                <a:cs typeface="Verdana" panose="020B0604030504040204"/>
              </a:defRPr>
            </a:lvl3pPr>
            <a:lvl4pPr marL="1028700" indent="0">
              <a:buNone/>
              <a:defRPr sz="1700">
                <a:latin typeface="Verdana" panose="020B0604030504040204"/>
                <a:cs typeface="Verdana" panose="020B0604030504040204"/>
              </a:defRPr>
            </a:lvl4pPr>
            <a:lvl5pPr marL="1371600" indent="0">
              <a:buNone/>
              <a:defRPr sz="1700">
                <a:latin typeface="Verdana" panose="020B0604030504040204"/>
                <a:cs typeface="Verdana" panose="020B0604030504040204"/>
              </a:defRPr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372971" y="4127051"/>
            <a:ext cx="5184000" cy="2249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00" b="0">
                <a:solidFill>
                  <a:srgbClr val="595959"/>
                </a:solidFill>
                <a:latin typeface="Verdana" panose="020B0604030504040204"/>
                <a:cs typeface="Verdana" panose="020B0604030504040204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2"/>
          </p:nvPr>
        </p:nvSpPr>
        <p:spPr>
          <a:xfrm rot="5400000">
            <a:off x="1490007" y="250293"/>
            <a:ext cx="3403199" cy="6383215"/>
          </a:xfrm>
          <a:custGeom>
            <a:avLst/>
            <a:gdLst>
              <a:gd name="connsiteX0" fmla="*/ 0 w 8917307"/>
              <a:gd name="connsiteY0" fmla="*/ 5930058 h 5930058"/>
              <a:gd name="connsiteX1" fmla="*/ 2115192 w 8917307"/>
              <a:gd name="connsiteY1" fmla="*/ 0 h 5930058"/>
              <a:gd name="connsiteX2" fmla="*/ 8917307 w 8917307"/>
              <a:gd name="connsiteY2" fmla="*/ 0 h 5930058"/>
              <a:gd name="connsiteX3" fmla="*/ 6802115 w 8917307"/>
              <a:gd name="connsiteY3" fmla="*/ 5930058 h 5930058"/>
              <a:gd name="connsiteX4" fmla="*/ 0 w 8917307"/>
              <a:gd name="connsiteY4" fmla="*/ 5930058 h 5930058"/>
              <a:gd name="connsiteX0-1" fmla="*/ 0 w 8917307"/>
              <a:gd name="connsiteY0-2" fmla="*/ 5930058 h 5930058"/>
              <a:gd name="connsiteX1-3" fmla="*/ 2115192 w 8917307"/>
              <a:gd name="connsiteY1-4" fmla="*/ 0 h 5930058"/>
              <a:gd name="connsiteX2-5" fmla="*/ 8917307 w 8917307"/>
              <a:gd name="connsiteY2-6" fmla="*/ 0 h 5930058"/>
              <a:gd name="connsiteX3-7" fmla="*/ 4528818 w 8917307"/>
              <a:gd name="connsiteY3-8" fmla="*/ 5930058 h 5930058"/>
              <a:gd name="connsiteX4-9" fmla="*/ 0 w 8917307"/>
              <a:gd name="connsiteY4-10" fmla="*/ 5930058 h 5930058"/>
              <a:gd name="connsiteX0-11" fmla="*/ 0 w 4561210"/>
              <a:gd name="connsiteY0-12" fmla="*/ 5930059 h 5930059"/>
              <a:gd name="connsiteX1-13" fmla="*/ 2115192 w 4561210"/>
              <a:gd name="connsiteY1-14" fmla="*/ 1 h 5930059"/>
              <a:gd name="connsiteX2-15" fmla="*/ 4561210 w 4561210"/>
              <a:gd name="connsiteY2-16" fmla="*/ 0 h 5930059"/>
              <a:gd name="connsiteX3-17" fmla="*/ 4528818 w 4561210"/>
              <a:gd name="connsiteY3-18" fmla="*/ 5930059 h 5930059"/>
              <a:gd name="connsiteX4-19" fmla="*/ 0 w 4561210"/>
              <a:gd name="connsiteY4-20" fmla="*/ 5930059 h 5930059"/>
              <a:gd name="connsiteX0-21" fmla="*/ 0 w 3008635"/>
              <a:gd name="connsiteY0-22" fmla="*/ 5893807 h 5930059"/>
              <a:gd name="connsiteX1-23" fmla="*/ 562617 w 3008635"/>
              <a:gd name="connsiteY1-24" fmla="*/ 1 h 5930059"/>
              <a:gd name="connsiteX2-25" fmla="*/ 3008635 w 3008635"/>
              <a:gd name="connsiteY2-26" fmla="*/ 0 h 5930059"/>
              <a:gd name="connsiteX3-27" fmla="*/ 2976243 w 3008635"/>
              <a:gd name="connsiteY3-28" fmla="*/ 5930059 h 5930059"/>
              <a:gd name="connsiteX4-29" fmla="*/ 0 w 3008635"/>
              <a:gd name="connsiteY4-30" fmla="*/ 5893807 h 5930059"/>
              <a:gd name="connsiteX0-31" fmla="*/ 0 w 3008635"/>
              <a:gd name="connsiteY0-32" fmla="*/ 5893807 h 5930055"/>
              <a:gd name="connsiteX1-33" fmla="*/ 562617 w 3008635"/>
              <a:gd name="connsiteY1-34" fmla="*/ 1 h 5930055"/>
              <a:gd name="connsiteX2-35" fmla="*/ 3008635 w 3008635"/>
              <a:gd name="connsiteY2-36" fmla="*/ 0 h 5930055"/>
              <a:gd name="connsiteX3-37" fmla="*/ 2985770 w 3008635"/>
              <a:gd name="connsiteY3-38" fmla="*/ 5930057 h 5930055"/>
              <a:gd name="connsiteX4-39" fmla="*/ 0 w 3008635"/>
              <a:gd name="connsiteY4-40" fmla="*/ 5893807 h 5930055"/>
              <a:gd name="connsiteX0-41" fmla="*/ 0 w 2994348"/>
              <a:gd name="connsiteY0-42" fmla="*/ 5884745 h 5930059"/>
              <a:gd name="connsiteX1-43" fmla="*/ 548330 w 2994348"/>
              <a:gd name="connsiteY1-44" fmla="*/ 1 h 5930059"/>
              <a:gd name="connsiteX2-45" fmla="*/ 2994348 w 2994348"/>
              <a:gd name="connsiteY2-46" fmla="*/ 0 h 5930059"/>
              <a:gd name="connsiteX3-47" fmla="*/ 2971483 w 2994348"/>
              <a:gd name="connsiteY3-48" fmla="*/ 5930057 h 5930059"/>
              <a:gd name="connsiteX4-49" fmla="*/ 0 w 2994348"/>
              <a:gd name="connsiteY4-50" fmla="*/ 5884745 h 5930059"/>
              <a:gd name="connsiteX0-51" fmla="*/ 0 w 2999111"/>
              <a:gd name="connsiteY0-52" fmla="*/ 5911931 h 5930055"/>
              <a:gd name="connsiteX1-53" fmla="*/ 553093 w 2999111"/>
              <a:gd name="connsiteY1-54" fmla="*/ 1 h 5930055"/>
              <a:gd name="connsiteX2-55" fmla="*/ 2999111 w 2999111"/>
              <a:gd name="connsiteY2-56" fmla="*/ 0 h 5930055"/>
              <a:gd name="connsiteX3-57" fmla="*/ 2976246 w 2999111"/>
              <a:gd name="connsiteY3-58" fmla="*/ 5930057 h 5930055"/>
              <a:gd name="connsiteX4-59" fmla="*/ 0 w 2999111"/>
              <a:gd name="connsiteY4-60" fmla="*/ 5911931 h 5930055"/>
              <a:gd name="connsiteX0-61" fmla="*/ 0 w 3761036"/>
              <a:gd name="connsiteY0-62" fmla="*/ 5924582 h 5930056"/>
              <a:gd name="connsiteX1-63" fmla="*/ 1315018 w 3761036"/>
              <a:gd name="connsiteY1-64" fmla="*/ 1 h 5930056"/>
              <a:gd name="connsiteX2-65" fmla="*/ 3761036 w 3761036"/>
              <a:gd name="connsiteY2-66" fmla="*/ 0 h 5930056"/>
              <a:gd name="connsiteX3-67" fmla="*/ 3738171 w 3761036"/>
              <a:gd name="connsiteY3-68" fmla="*/ 5930057 h 5930056"/>
              <a:gd name="connsiteX4-69" fmla="*/ 0 w 3761036"/>
              <a:gd name="connsiteY4-70" fmla="*/ 5924582 h 5930056"/>
              <a:gd name="connsiteX0-71" fmla="*/ 0 w 3761036"/>
              <a:gd name="connsiteY0-72" fmla="*/ 6020245 h 6025720"/>
              <a:gd name="connsiteX1-73" fmla="*/ 1294065 w 3761036"/>
              <a:gd name="connsiteY1-74" fmla="*/ 0 h 6025720"/>
              <a:gd name="connsiteX2-75" fmla="*/ 3761036 w 3761036"/>
              <a:gd name="connsiteY2-76" fmla="*/ 95663 h 6025720"/>
              <a:gd name="connsiteX3-77" fmla="*/ 3738171 w 3761036"/>
              <a:gd name="connsiteY3-78" fmla="*/ 6025720 h 6025720"/>
              <a:gd name="connsiteX4-79" fmla="*/ 0 w 3761036"/>
              <a:gd name="connsiteY4-80" fmla="*/ 6020245 h 6025720"/>
              <a:gd name="connsiteX0-81" fmla="*/ 0 w 3754750"/>
              <a:gd name="connsiteY0-82" fmla="*/ 6020245 h 6025720"/>
              <a:gd name="connsiteX1-83" fmla="*/ 1294065 w 3754750"/>
              <a:gd name="connsiteY1-84" fmla="*/ 0 h 6025720"/>
              <a:gd name="connsiteX2-85" fmla="*/ 3754750 w 3754750"/>
              <a:gd name="connsiteY2-86" fmla="*/ 33046 h 6025720"/>
              <a:gd name="connsiteX3-87" fmla="*/ 3738171 w 3754750"/>
              <a:gd name="connsiteY3-88" fmla="*/ 6025720 h 6025720"/>
              <a:gd name="connsiteX4-89" fmla="*/ 0 w 3754750"/>
              <a:gd name="connsiteY4-90" fmla="*/ 6020245 h 6025720"/>
              <a:gd name="connsiteX0-91" fmla="*/ 0 w 3761036"/>
              <a:gd name="connsiteY0-92" fmla="*/ 6020245 h 6025720"/>
              <a:gd name="connsiteX1-93" fmla="*/ 1294065 w 3761036"/>
              <a:gd name="connsiteY1-94" fmla="*/ 0 h 6025720"/>
              <a:gd name="connsiteX2-95" fmla="*/ 3761036 w 3761036"/>
              <a:gd name="connsiteY2-96" fmla="*/ 22610 h 6025720"/>
              <a:gd name="connsiteX3-97" fmla="*/ 3738171 w 3761036"/>
              <a:gd name="connsiteY3-98" fmla="*/ 6025720 h 6025720"/>
              <a:gd name="connsiteX4-99" fmla="*/ 0 w 3761036"/>
              <a:gd name="connsiteY4-100" fmla="*/ 6020245 h 6025720"/>
              <a:gd name="connsiteX0-101" fmla="*/ 0 w 3740292"/>
              <a:gd name="connsiteY0-102" fmla="*/ 6020245 h 6025720"/>
              <a:gd name="connsiteX1-103" fmla="*/ 1294065 w 3740292"/>
              <a:gd name="connsiteY1-104" fmla="*/ 0 h 6025720"/>
              <a:gd name="connsiteX2-105" fmla="*/ 3737464 w 3740292"/>
              <a:gd name="connsiteY2-106" fmla="*/ 19349 h 6025720"/>
              <a:gd name="connsiteX3-107" fmla="*/ 3738171 w 3740292"/>
              <a:gd name="connsiteY3-108" fmla="*/ 6025720 h 6025720"/>
              <a:gd name="connsiteX4-109" fmla="*/ 0 w 3740292"/>
              <a:gd name="connsiteY4-110" fmla="*/ 6020245 h 6025720"/>
              <a:gd name="connsiteX0-111" fmla="*/ 0 w 3740103"/>
              <a:gd name="connsiteY0-112" fmla="*/ 6020245 h 6025720"/>
              <a:gd name="connsiteX1-113" fmla="*/ 1294065 w 3740103"/>
              <a:gd name="connsiteY1-114" fmla="*/ 0 h 6025720"/>
              <a:gd name="connsiteX2-115" fmla="*/ 3735502 w 3740103"/>
              <a:gd name="connsiteY2-116" fmla="*/ 12827 h 6025720"/>
              <a:gd name="connsiteX3-117" fmla="*/ 3738171 w 3740103"/>
              <a:gd name="connsiteY3-118" fmla="*/ 6025720 h 6025720"/>
              <a:gd name="connsiteX4-119" fmla="*/ 0 w 3740103"/>
              <a:gd name="connsiteY4-120" fmla="*/ 6020245 h 6025720"/>
              <a:gd name="connsiteX0-121" fmla="*/ 0 w 3740103"/>
              <a:gd name="connsiteY0-122" fmla="*/ 6020463 h 6025938"/>
              <a:gd name="connsiteX1-123" fmla="*/ 1294065 w 3740103"/>
              <a:gd name="connsiteY1-124" fmla="*/ 218 h 6025938"/>
              <a:gd name="connsiteX2-125" fmla="*/ 3735502 w 3740103"/>
              <a:gd name="connsiteY2-126" fmla="*/ 0 h 6025938"/>
              <a:gd name="connsiteX3-127" fmla="*/ 3738171 w 3740103"/>
              <a:gd name="connsiteY3-128" fmla="*/ 6025938 h 6025938"/>
              <a:gd name="connsiteX4-129" fmla="*/ 0 w 3740103"/>
              <a:gd name="connsiteY4-130" fmla="*/ 6020463 h 6025938"/>
              <a:gd name="connsiteX0-131" fmla="*/ 0 w 3741397"/>
              <a:gd name="connsiteY0-132" fmla="*/ 6023725 h 6029200"/>
              <a:gd name="connsiteX1-133" fmla="*/ 1294065 w 3741397"/>
              <a:gd name="connsiteY1-134" fmla="*/ 3480 h 6029200"/>
              <a:gd name="connsiteX2-135" fmla="*/ 3741397 w 3741397"/>
              <a:gd name="connsiteY2-136" fmla="*/ 0 h 6029200"/>
              <a:gd name="connsiteX3-137" fmla="*/ 3738171 w 3741397"/>
              <a:gd name="connsiteY3-138" fmla="*/ 6029200 h 6029200"/>
              <a:gd name="connsiteX4-139" fmla="*/ 0 w 3741397"/>
              <a:gd name="connsiteY4-140" fmla="*/ 6023725 h 6029200"/>
              <a:gd name="connsiteX0-141" fmla="*/ 0 w 3747290"/>
              <a:gd name="connsiteY0-142" fmla="*/ 6023725 h 6029200"/>
              <a:gd name="connsiteX1-143" fmla="*/ 1294065 w 3747290"/>
              <a:gd name="connsiteY1-144" fmla="*/ 3480 h 6029200"/>
              <a:gd name="connsiteX2-145" fmla="*/ 3747290 w 3747290"/>
              <a:gd name="connsiteY2-146" fmla="*/ 0 h 6029200"/>
              <a:gd name="connsiteX3-147" fmla="*/ 3738171 w 3747290"/>
              <a:gd name="connsiteY3-148" fmla="*/ 6029200 h 6029200"/>
              <a:gd name="connsiteX4-149" fmla="*/ 0 w 3747290"/>
              <a:gd name="connsiteY4-150" fmla="*/ 6023725 h 6029200"/>
              <a:gd name="connsiteX0-151" fmla="*/ 0 w 3743362"/>
              <a:gd name="connsiteY0-152" fmla="*/ 6023725 h 6029200"/>
              <a:gd name="connsiteX1-153" fmla="*/ 1294065 w 3743362"/>
              <a:gd name="connsiteY1-154" fmla="*/ 3480 h 6029200"/>
              <a:gd name="connsiteX2-155" fmla="*/ 3743362 w 3743362"/>
              <a:gd name="connsiteY2-156" fmla="*/ 0 h 6029200"/>
              <a:gd name="connsiteX3-157" fmla="*/ 3738171 w 3743362"/>
              <a:gd name="connsiteY3-158" fmla="*/ 6029200 h 6029200"/>
              <a:gd name="connsiteX4-159" fmla="*/ 0 w 3743362"/>
              <a:gd name="connsiteY4-160" fmla="*/ 6023725 h 6029200"/>
              <a:gd name="connsiteX0-161" fmla="*/ 0 w 3740103"/>
              <a:gd name="connsiteY0-162" fmla="*/ 6023725 h 6029200"/>
              <a:gd name="connsiteX1-163" fmla="*/ 1294065 w 3740103"/>
              <a:gd name="connsiteY1-164" fmla="*/ 3480 h 6029200"/>
              <a:gd name="connsiteX2-165" fmla="*/ 3735505 w 3740103"/>
              <a:gd name="connsiteY2-166" fmla="*/ 0 h 6029200"/>
              <a:gd name="connsiteX3-167" fmla="*/ 3738171 w 3740103"/>
              <a:gd name="connsiteY3-168" fmla="*/ 6029200 h 6029200"/>
              <a:gd name="connsiteX4-169" fmla="*/ 0 w 3740103"/>
              <a:gd name="connsiteY4-170" fmla="*/ 6023725 h 6029200"/>
              <a:gd name="connsiteX0-171" fmla="*/ 0 w 3740103"/>
              <a:gd name="connsiteY0-172" fmla="*/ 6023726 h 6029201"/>
              <a:gd name="connsiteX1-173" fmla="*/ 1294065 w 3740103"/>
              <a:gd name="connsiteY1-174" fmla="*/ 3481 h 6029201"/>
              <a:gd name="connsiteX2-175" fmla="*/ 3735508 w 3740103"/>
              <a:gd name="connsiteY2-176" fmla="*/ 0 h 6029201"/>
              <a:gd name="connsiteX3-177" fmla="*/ 3738171 w 3740103"/>
              <a:gd name="connsiteY3-178" fmla="*/ 6029201 h 6029201"/>
              <a:gd name="connsiteX4-179" fmla="*/ 0 w 3740103"/>
              <a:gd name="connsiteY4-180" fmla="*/ 6023726 h 6029201"/>
              <a:gd name="connsiteX0-181" fmla="*/ 0 w 3740727"/>
              <a:gd name="connsiteY0-182" fmla="*/ 6023726 h 6029201"/>
              <a:gd name="connsiteX1-183" fmla="*/ 1294065 w 3740727"/>
              <a:gd name="connsiteY1-184" fmla="*/ 3481 h 6029201"/>
              <a:gd name="connsiteX2-185" fmla="*/ 3735508 w 3740727"/>
              <a:gd name="connsiteY2-186" fmla="*/ 0 h 6029201"/>
              <a:gd name="connsiteX3-187" fmla="*/ 3738171 w 3740727"/>
              <a:gd name="connsiteY3-188" fmla="*/ 6029201 h 6029201"/>
              <a:gd name="connsiteX4-189" fmla="*/ 0 w 3740727"/>
              <a:gd name="connsiteY4-190" fmla="*/ 6023726 h 6029201"/>
              <a:gd name="connsiteX0-191" fmla="*/ 0 w 3740728"/>
              <a:gd name="connsiteY0-192" fmla="*/ 6023726 h 6029201"/>
              <a:gd name="connsiteX1-193" fmla="*/ 1294065 w 3740728"/>
              <a:gd name="connsiteY1-194" fmla="*/ 3481 h 6029201"/>
              <a:gd name="connsiteX2-195" fmla="*/ 3735508 w 3740728"/>
              <a:gd name="connsiteY2-196" fmla="*/ 0 h 6029201"/>
              <a:gd name="connsiteX3-197" fmla="*/ 3738171 w 3740728"/>
              <a:gd name="connsiteY3-198" fmla="*/ 6029201 h 6029201"/>
              <a:gd name="connsiteX4-199" fmla="*/ 0 w 3740728"/>
              <a:gd name="connsiteY4-200" fmla="*/ 6023726 h 6029201"/>
              <a:gd name="connsiteX0-201" fmla="*/ 0 w 3738171"/>
              <a:gd name="connsiteY0-202" fmla="*/ 6023726 h 6029201"/>
              <a:gd name="connsiteX1-203" fmla="*/ 1294065 w 3738171"/>
              <a:gd name="connsiteY1-204" fmla="*/ 3481 h 6029201"/>
              <a:gd name="connsiteX2-205" fmla="*/ 3735508 w 3738171"/>
              <a:gd name="connsiteY2-206" fmla="*/ 0 h 6029201"/>
              <a:gd name="connsiteX3-207" fmla="*/ 3738171 w 3738171"/>
              <a:gd name="connsiteY3-208" fmla="*/ 6029201 h 6029201"/>
              <a:gd name="connsiteX4-209" fmla="*/ 0 w 3738171"/>
              <a:gd name="connsiteY4-210" fmla="*/ 6023726 h 6029201"/>
              <a:gd name="connsiteX0-211" fmla="*/ 0 w 3738171"/>
              <a:gd name="connsiteY0-212" fmla="*/ 6023726 h 6029201"/>
              <a:gd name="connsiteX1-213" fmla="*/ 1294065 w 3738171"/>
              <a:gd name="connsiteY1-214" fmla="*/ 3481 h 6029201"/>
              <a:gd name="connsiteX2-215" fmla="*/ 3735508 w 3738171"/>
              <a:gd name="connsiteY2-216" fmla="*/ 0 h 6029201"/>
              <a:gd name="connsiteX3-217" fmla="*/ 3738171 w 3738171"/>
              <a:gd name="connsiteY3-218" fmla="*/ 6029201 h 6029201"/>
              <a:gd name="connsiteX4-219" fmla="*/ 0 w 3738171"/>
              <a:gd name="connsiteY4-220" fmla="*/ 6023726 h 6029201"/>
              <a:gd name="connsiteX0-221" fmla="*/ 0 w 3738171"/>
              <a:gd name="connsiteY0-222" fmla="*/ 6023727 h 6029202"/>
              <a:gd name="connsiteX1-223" fmla="*/ 1294065 w 3738171"/>
              <a:gd name="connsiteY1-224" fmla="*/ 3482 h 6029202"/>
              <a:gd name="connsiteX2-225" fmla="*/ 3735510 w 3738171"/>
              <a:gd name="connsiteY2-226" fmla="*/ 0 h 6029202"/>
              <a:gd name="connsiteX3-227" fmla="*/ 3738171 w 3738171"/>
              <a:gd name="connsiteY3-228" fmla="*/ 6029202 h 6029202"/>
              <a:gd name="connsiteX4-229" fmla="*/ 0 w 3738171"/>
              <a:gd name="connsiteY4-230" fmla="*/ 6023727 h 6029202"/>
              <a:gd name="connsiteX0-231" fmla="*/ 0 w 3738171"/>
              <a:gd name="connsiteY0-232" fmla="*/ 6023727 h 6029202"/>
              <a:gd name="connsiteX1-233" fmla="*/ 1294065 w 3738171"/>
              <a:gd name="connsiteY1-234" fmla="*/ 3482 h 6029202"/>
              <a:gd name="connsiteX2-235" fmla="*/ 3735510 w 3738171"/>
              <a:gd name="connsiteY2-236" fmla="*/ 0 h 6029202"/>
              <a:gd name="connsiteX3-237" fmla="*/ 3738171 w 3738171"/>
              <a:gd name="connsiteY3-238" fmla="*/ 6029202 h 6029202"/>
              <a:gd name="connsiteX4-239" fmla="*/ 0 w 3738171"/>
              <a:gd name="connsiteY4-240" fmla="*/ 6023727 h 6029202"/>
              <a:gd name="connsiteX0-241" fmla="*/ 0 w 3738171"/>
              <a:gd name="connsiteY0-242" fmla="*/ 6020465 h 6025940"/>
              <a:gd name="connsiteX1-243" fmla="*/ 1294065 w 3738171"/>
              <a:gd name="connsiteY1-244" fmla="*/ 220 h 6025940"/>
              <a:gd name="connsiteX2-245" fmla="*/ 3735510 w 3738171"/>
              <a:gd name="connsiteY2-246" fmla="*/ 0 h 6025940"/>
              <a:gd name="connsiteX3-247" fmla="*/ 3738171 w 3738171"/>
              <a:gd name="connsiteY3-248" fmla="*/ 6025940 h 6025940"/>
              <a:gd name="connsiteX4-249" fmla="*/ 0 w 3738171"/>
              <a:gd name="connsiteY4-250" fmla="*/ 6020465 h 6025940"/>
              <a:gd name="connsiteX0-251" fmla="*/ 0 w 3738171"/>
              <a:gd name="connsiteY0-252" fmla="*/ 8138769 h 8144244"/>
              <a:gd name="connsiteX1-253" fmla="*/ 1740362 w 3738171"/>
              <a:gd name="connsiteY1-254" fmla="*/ 0 h 8144244"/>
              <a:gd name="connsiteX2-255" fmla="*/ 3735510 w 3738171"/>
              <a:gd name="connsiteY2-256" fmla="*/ 2118304 h 8144244"/>
              <a:gd name="connsiteX3-257" fmla="*/ 3738171 w 3738171"/>
              <a:gd name="connsiteY3-258" fmla="*/ 8144244 h 8144244"/>
              <a:gd name="connsiteX4-259" fmla="*/ 0 w 3738171"/>
              <a:gd name="connsiteY4-260" fmla="*/ 8138769 h 8144244"/>
              <a:gd name="connsiteX0-261" fmla="*/ 0 w 3738171"/>
              <a:gd name="connsiteY0-262" fmla="*/ 8138769 h 8144244"/>
              <a:gd name="connsiteX1-263" fmla="*/ 1740362 w 3738171"/>
              <a:gd name="connsiteY1-264" fmla="*/ 0 h 8144244"/>
              <a:gd name="connsiteX2-265" fmla="*/ 3729226 w 3738171"/>
              <a:gd name="connsiteY2-266" fmla="*/ 20651 h 8144244"/>
              <a:gd name="connsiteX3-267" fmla="*/ 3738171 w 3738171"/>
              <a:gd name="connsiteY3-268" fmla="*/ 8144244 h 8144244"/>
              <a:gd name="connsiteX4-269" fmla="*/ 0 w 3738171"/>
              <a:gd name="connsiteY4-270" fmla="*/ 8138769 h 8144244"/>
              <a:gd name="connsiteX0-271" fmla="*/ 0 w 3738171"/>
              <a:gd name="connsiteY0-272" fmla="*/ 8138989 h 8144464"/>
              <a:gd name="connsiteX1-273" fmla="*/ 1740362 w 3738171"/>
              <a:gd name="connsiteY1-274" fmla="*/ 220 h 8144464"/>
              <a:gd name="connsiteX2-275" fmla="*/ 3722943 w 3738171"/>
              <a:gd name="connsiteY2-276" fmla="*/ -1 h 8144464"/>
              <a:gd name="connsiteX3-277" fmla="*/ 3738171 w 3738171"/>
              <a:gd name="connsiteY3-278" fmla="*/ 8144464 h 8144464"/>
              <a:gd name="connsiteX4-279" fmla="*/ 0 w 3738171"/>
              <a:gd name="connsiteY4-280" fmla="*/ 8138989 h 8144464"/>
              <a:gd name="connsiteX0-281" fmla="*/ 0 w 3738171"/>
              <a:gd name="connsiteY0-282" fmla="*/ 8138990 h 8144465"/>
              <a:gd name="connsiteX1-283" fmla="*/ 1740362 w 3738171"/>
              <a:gd name="connsiteY1-284" fmla="*/ 221 h 8144465"/>
              <a:gd name="connsiteX2-285" fmla="*/ 3735515 w 3738171"/>
              <a:gd name="connsiteY2-286" fmla="*/ 0 h 8144465"/>
              <a:gd name="connsiteX3-287" fmla="*/ 3738171 w 3738171"/>
              <a:gd name="connsiteY3-288" fmla="*/ 8144465 h 8144465"/>
              <a:gd name="connsiteX4-289" fmla="*/ 0 w 3738171"/>
              <a:gd name="connsiteY4-290" fmla="*/ 8138990 h 81444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38171" h="8144465">
                <a:moveTo>
                  <a:pt x="0" y="8138990"/>
                </a:moveTo>
                <a:lnTo>
                  <a:pt x="1740362" y="221"/>
                </a:lnTo>
                <a:lnTo>
                  <a:pt x="3735515" y="0"/>
                </a:lnTo>
                <a:cubicBezTo>
                  <a:pt x="3737716" y="6030452"/>
                  <a:pt x="3735974" y="2114013"/>
                  <a:pt x="3738171" y="8144465"/>
                </a:cubicBezTo>
                <a:lnTo>
                  <a:pt x="0" y="813899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  <p:txBody>
          <a:bodyPr vert="vert">
            <a:noAutofit/>
          </a:bodyPr>
          <a:lstStyle>
            <a:lvl1pPr marL="0" indent="0">
              <a:buNone/>
              <a:defRPr sz="100" baseline="0">
                <a:noFill/>
              </a:defRPr>
            </a:lvl1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7172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95233"/>
            <a:ext cx="8731800" cy="3587656"/>
          </a:xfrm>
        </p:spPr>
        <p:txBody>
          <a:bodyPr/>
          <a:lstStyle>
            <a:lvl1pPr>
              <a:defRPr baseline="0">
                <a:solidFill>
                  <a:srgbClr val="595959"/>
                </a:solidFill>
              </a:defRPr>
            </a:lvl1pPr>
            <a:lvl2pPr>
              <a:defRPr>
                <a:solidFill>
                  <a:srgbClr val="595959"/>
                </a:solidFill>
              </a:defRPr>
            </a:lvl2pPr>
            <a:lvl3pPr>
              <a:defRPr>
                <a:solidFill>
                  <a:srgbClr val="595959"/>
                </a:solidFill>
              </a:defRPr>
            </a:lvl3pPr>
            <a:lvl4pPr>
              <a:defRPr>
                <a:solidFill>
                  <a:srgbClr val="595959"/>
                </a:solidFill>
              </a:defRPr>
            </a:lvl4pPr>
            <a:lvl5pPr>
              <a:defRPr>
                <a:solidFill>
                  <a:srgbClr val="595959"/>
                </a:solidFill>
              </a:defRPr>
            </a:lvl5pPr>
            <a:lvl6pPr marL="810260">
              <a:defRPr>
                <a:solidFill>
                  <a:srgbClr val="595959"/>
                </a:solidFill>
              </a:defRPr>
            </a:lvl6pPr>
            <a:lvl7pPr marL="944880">
              <a:lnSpc>
                <a:spcPct val="100000"/>
              </a:lnSpc>
              <a:spcBef>
                <a:spcPts val="750"/>
              </a:spcBef>
              <a:defRPr>
                <a:solidFill>
                  <a:srgbClr val="595959"/>
                </a:solidFill>
              </a:defRPr>
            </a:lvl7pPr>
            <a:lvl8pPr>
              <a:defRPr>
                <a:solidFill>
                  <a:srgbClr val="595959"/>
                </a:solidFill>
              </a:defRPr>
            </a:lvl8pPr>
            <a:lvl9pPr>
              <a:defRPr>
                <a:solidFill>
                  <a:srgbClr val="595959"/>
                </a:solidFill>
              </a:defRPr>
            </a:lvl9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2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8196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8731800" cy="3618363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20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  <p:sp>
        <p:nvSpPr>
          <p:cNvPr id="3" name="SmartArt Placeholder 2"/>
          <p:cNvSpPr>
            <a:spLocks noGrp="1"/>
          </p:cNvSpPr>
          <p:nvPr>
            <p:ph type="pic" sz="quarter" idx="11"/>
          </p:nvPr>
        </p:nvSpPr>
        <p:spPr>
          <a:xfrm>
            <a:off x="269669" y="1156648"/>
            <a:ext cx="8686674" cy="3527759"/>
          </a:xfrm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135255" marR="0" lvl="0" indent="-17145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0244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  <p:sp>
        <p:nvSpPr>
          <p:cNvPr id="3" name="SmartArt Placeholder 2"/>
          <p:cNvSpPr>
            <a:spLocks noGrp="1"/>
          </p:cNvSpPr>
          <p:nvPr>
            <p:ph type="pic" sz="quarter" idx="11"/>
          </p:nvPr>
        </p:nvSpPr>
        <p:spPr>
          <a:xfrm>
            <a:off x="269669" y="1156648"/>
            <a:ext cx="8686674" cy="3527759"/>
          </a:xfrm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135255" marR="0" lvl="0" indent="-17145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268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6016683" cy="361836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5" name="Bildplatzhalter 5"/>
          <p:cNvSpPr>
            <a:spLocks noGrp="1"/>
          </p:cNvSpPr>
          <p:nvPr>
            <p:ph type="pic" sz="quarter" idx="22"/>
          </p:nvPr>
        </p:nvSpPr>
        <p:spPr>
          <a:xfrm>
            <a:off x="6293072" y="1044055"/>
            <a:ext cx="2640369" cy="3638834"/>
          </a:xfrm>
          <a:custGeom>
            <a:avLst/>
            <a:gdLst>
              <a:gd name="connsiteX0" fmla="*/ 0 w 2692400"/>
              <a:gd name="connsiteY0" fmla="*/ 5308600 h 5308600"/>
              <a:gd name="connsiteX1" fmla="*/ 0 w 2692400"/>
              <a:gd name="connsiteY1" fmla="*/ 0 h 5308600"/>
              <a:gd name="connsiteX2" fmla="*/ 2692400 w 2692400"/>
              <a:gd name="connsiteY2" fmla="*/ 0 h 5308600"/>
              <a:gd name="connsiteX3" fmla="*/ 2692400 w 2692400"/>
              <a:gd name="connsiteY3" fmla="*/ 5308600 h 5308600"/>
              <a:gd name="connsiteX4" fmla="*/ 0 w 2692400"/>
              <a:gd name="connsiteY4" fmla="*/ 5308600 h 5308600"/>
              <a:gd name="connsiteX0-1" fmla="*/ 0 w 2692400"/>
              <a:gd name="connsiteY0-2" fmla="*/ 5308600 h 5308600"/>
              <a:gd name="connsiteX1-3" fmla="*/ 0 w 2692400"/>
              <a:gd name="connsiteY1-4" fmla="*/ 0 h 5308600"/>
              <a:gd name="connsiteX2-5" fmla="*/ 2692400 w 2692400"/>
              <a:gd name="connsiteY2-6" fmla="*/ 919163 h 5308600"/>
              <a:gd name="connsiteX3-7" fmla="*/ 2692400 w 2692400"/>
              <a:gd name="connsiteY3-8" fmla="*/ 5308600 h 5308600"/>
              <a:gd name="connsiteX4-9" fmla="*/ 0 w 2692400"/>
              <a:gd name="connsiteY4-10" fmla="*/ 5308600 h 5308600"/>
              <a:gd name="connsiteX0-11" fmla="*/ 0 w 2692400"/>
              <a:gd name="connsiteY0-12" fmla="*/ 5308600 h 5308600"/>
              <a:gd name="connsiteX1-13" fmla="*/ 0 w 2692400"/>
              <a:gd name="connsiteY1-14" fmla="*/ 0 h 5308600"/>
              <a:gd name="connsiteX2-15" fmla="*/ 2692400 w 2692400"/>
              <a:gd name="connsiteY2-16" fmla="*/ 923925 h 5308600"/>
              <a:gd name="connsiteX3-17" fmla="*/ 2692400 w 2692400"/>
              <a:gd name="connsiteY3-18" fmla="*/ 5308600 h 5308600"/>
              <a:gd name="connsiteX4-19" fmla="*/ 0 w 2692400"/>
              <a:gd name="connsiteY4-20" fmla="*/ 5308600 h 5308600"/>
              <a:gd name="connsiteX0-21" fmla="*/ 0 w 2692400"/>
              <a:gd name="connsiteY0-22" fmla="*/ 4362450 h 5308600"/>
              <a:gd name="connsiteX1-23" fmla="*/ 0 w 2692400"/>
              <a:gd name="connsiteY1-24" fmla="*/ 0 h 5308600"/>
              <a:gd name="connsiteX2-25" fmla="*/ 2692400 w 2692400"/>
              <a:gd name="connsiteY2-26" fmla="*/ 923925 h 5308600"/>
              <a:gd name="connsiteX3-27" fmla="*/ 2692400 w 2692400"/>
              <a:gd name="connsiteY3-28" fmla="*/ 5308600 h 5308600"/>
              <a:gd name="connsiteX4-29" fmla="*/ 0 w 2692400"/>
              <a:gd name="connsiteY4-30" fmla="*/ 4362450 h 5308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2400" h="5308600">
                <a:moveTo>
                  <a:pt x="0" y="4362450"/>
                </a:moveTo>
                <a:lnTo>
                  <a:pt x="0" y="0"/>
                </a:lnTo>
                <a:lnTo>
                  <a:pt x="2692400" y="923925"/>
                </a:lnTo>
                <a:lnTo>
                  <a:pt x="2692400" y="5308600"/>
                </a:lnTo>
                <a:lnTo>
                  <a:pt x="0" y="4362450"/>
                </a:lnTo>
                <a:close/>
              </a:path>
            </a:pathLst>
          </a:custGeom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0" indent="0">
              <a:buNone/>
              <a:defRPr baseline="0"/>
            </a:lvl1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Click icon to add picture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&amp; 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2292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99800" y="1064525"/>
            <a:ext cx="6016683" cy="361836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5" name="Bildplatzhalter 5"/>
          <p:cNvSpPr>
            <a:spLocks noGrp="1"/>
          </p:cNvSpPr>
          <p:nvPr>
            <p:ph type="pic" sz="quarter" idx="22"/>
          </p:nvPr>
        </p:nvSpPr>
        <p:spPr>
          <a:xfrm>
            <a:off x="6293072" y="1044055"/>
            <a:ext cx="2640369" cy="3638834"/>
          </a:xfrm>
          <a:custGeom>
            <a:avLst/>
            <a:gdLst>
              <a:gd name="connsiteX0" fmla="*/ 0 w 2692400"/>
              <a:gd name="connsiteY0" fmla="*/ 5308600 h 5308600"/>
              <a:gd name="connsiteX1" fmla="*/ 0 w 2692400"/>
              <a:gd name="connsiteY1" fmla="*/ 0 h 5308600"/>
              <a:gd name="connsiteX2" fmla="*/ 2692400 w 2692400"/>
              <a:gd name="connsiteY2" fmla="*/ 0 h 5308600"/>
              <a:gd name="connsiteX3" fmla="*/ 2692400 w 2692400"/>
              <a:gd name="connsiteY3" fmla="*/ 5308600 h 5308600"/>
              <a:gd name="connsiteX4" fmla="*/ 0 w 2692400"/>
              <a:gd name="connsiteY4" fmla="*/ 5308600 h 5308600"/>
              <a:gd name="connsiteX0-1" fmla="*/ 0 w 2692400"/>
              <a:gd name="connsiteY0-2" fmla="*/ 5308600 h 5308600"/>
              <a:gd name="connsiteX1-3" fmla="*/ 0 w 2692400"/>
              <a:gd name="connsiteY1-4" fmla="*/ 0 h 5308600"/>
              <a:gd name="connsiteX2-5" fmla="*/ 2692400 w 2692400"/>
              <a:gd name="connsiteY2-6" fmla="*/ 919163 h 5308600"/>
              <a:gd name="connsiteX3-7" fmla="*/ 2692400 w 2692400"/>
              <a:gd name="connsiteY3-8" fmla="*/ 5308600 h 5308600"/>
              <a:gd name="connsiteX4-9" fmla="*/ 0 w 2692400"/>
              <a:gd name="connsiteY4-10" fmla="*/ 5308600 h 5308600"/>
              <a:gd name="connsiteX0-11" fmla="*/ 0 w 2692400"/>
              <a:gd name="connsiteY0-12" fmla="*/ 5308600 h 5308600"/>
              <a:gd name="connsiteX1-13" fmla="*/ 0 w 2692400"/>
              <a:gd name="connsiteY1-14" fmla="*/ 0 h 5308600"/>
              <a:gd name="connsiteX2-15" fmla="*/ 2692400 w 2692400"/>
              <a:gd name="connsiteY2-16" fmla="*/ 923925 h 5308600"/>
              <a:gd name="connsiteX3-17" fmla="*/ 2692400 w 2692400"/>
              <a:gd name="connsiteY3-18" fmla="*/ 5308600 h 5308600"/>
              <a:gd name="connsiteX4-19" fmla="*/ 0 w 2692400"/>
              <a:gd name="connsiteY4-20" fmla="*/ 5308600 h 5308600"/>
              <a:gd name="connsiteX0-21" fmla="*/ 0 w 2692400"/>
              <a:gd name="connsiteY0-22" fmla="*/ 4362450 h 5308600"/>
              <a:gd name="connsiteX1-23" fmla="*/ 0 w 2692400"/>
              <a:gd name="connsiteY1-24" fmla="*/ 0 h 5308600"/>
              <a:gd name="connsiteX2-25" fmla="*/ 2692400 w 2692400"/>
              <a:gd name="connsiteY2-26" fmla="*/ 923925 h 5308600"/>
              <a:gd name="connsiteX3-27" fmla="*/ 2692400 w 2692400"/>
              <a:gd name="connsiteY3-28" fmla="*/ 5308600 h 5308600"/>
              <a:gd name="connsiteX4-29" fmla="*/ 0 w 2692400"/>
              <a:gd name="connsiteY4-30" fmla="*/ 4362450 h 5308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2400" h="5308600">
                <a:moveTo>
                  <a:pt x="0" y="4362450"/>
                </a:moveTo>
                <a:lnTo>
                  <a:pt x="0" y="0"/>
                </a:lnTo>
                <a:lnTo>
                  <a:pt x="2692400" y="923925"/>
                </a:lnTo>
                <a:lnTo>
                  <a:pt x="2692400" y="5308600"/>
                </a:lnTo>
                <a:lnTo>
                  <a:pt x="0" y="4362450"/>
                </a:lnTo>
                <a:close/>
              </a:path>
            </a:pathLst>
          </a:custGeom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0" indent="0">
              <a:buNone/>
              <a:defRPr baseline="0"/>
            </a:lvl1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EA008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Click icon to add picture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474767" y="484956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316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81688" y="1115705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6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4640441" y="1115704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85003" y="462804"/>
            <a:ext cx="8458674" cy="5710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4340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81688" y="1115705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6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4640441" y="1115704"/>
            <a:ext cx="4293000" cy="3567184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810260">
              <a:defRPr/>
            </a:lvl6pPr>
            <a:lvl7pPr marL="944880">
              <a:lnSpc>
                <a:spcPct val="100000"/>
              </a:lnSpc>
              <a:spcBef>
                <a:spcPts val="750"/>
              </a:spcBef>
              <a:defRPr/>
            </a:lvl7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  <a:p>
            <a:pPr lvl="1" fontAlgn="base"/>
            <a:r>
              <a:rPr lang="en-US" strike="noStrike" noProof="0"/>
              <a:t>Second level</a:t>
            </a:r>
            <a:endParaRPr lang="en-US" strike="noStrike" noProof="0"/>
          </a:p>
          <a:p>
            <a:pPr lvl="2" fontAlgn="base"/>
            <a:r>
              <a:rPr lang="en-US" strike="noStrike" noProof="0"/>
              <a:t>Third level</a:t>
            </a:r>
            <a:endParaRPr lang="en-US" strike="noStrike" noProof="0"/>
          </a:p>
          <a:p>
            <a:pPr lvl="3" fontAlgn="base"/>
            <a:r>
              <a:rPr lang="en-US" strike="noStrike" noProof="0"/>
              <a:t>Fourth level</a:t>
            </a:r>
            <a:endParaRPr lang="en-US" strike="noStrike" noProof="0"/>
          </a:p>
          <a:p>
            <a:pPr lvl="4" fontAlgn="base"/>
            <a:r>
              <a:rPr lang="en-US" strike="noStrike" noProof="0"/>
              <a:t>Fifth level</a:t>
            </a:r>
            <a:endParaRPr lang="en-US" strike="noStrike" noProof="0" dirty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85003" y="462804"/>
            <a:ext cx="8458674" cy="5710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364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474767" y="474720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6388" name="Picture 5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474767" y="474720"/>
            <a:ext cx="8458674" cy="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pPr fontAlgn="base"/>
            <a:r>
              <a:rPr lang="en-US" strike="noStrike" noProof="0"/>
              <a:t>Click to edit Master title style</a:t>
            </a:r>
            <a:endParaRPr lang="en-US" strike="noStrike" noProof="0" dirty="0"/>
          </a:p>
        </p:txBody>
      </p:sp>
    </p:spTree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22"/>
          <p:cNvSpPr/>
          <p:nvPr/>
        </p:nvSpPr>
        <p:spPr>
          <a:xfrm rot="10800000">
            <a:off x="3484563" y="0"/>
            <a:ext cx="5676900" cy="51435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htwinkliges Dreieck 22"/>
          <p:cNvSpPr/>
          <p:nvPr/>
        </p:nvSpPr>
        <p:spPr>
          <a:xfrm>
            <a:off x="0" y="3470275"/>
            <a:ext cx="1755775" cy="1673225"/>
          </a:xfrm>
          <a:prstGeom prst="rt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73075" y="3260725"/>
            <a:ext cx="4386263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ABM Knowledgeware Limited.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Corporate Office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ABM House, Plot No. 268,Linking Road, Bandra West,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Mumbai-400 050.</a:t>
            </a:r>
            <a:endParaRPr kumimoji="0" lang="en-I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Tel:  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+91 22 4290 9700 </a:t>
            </a: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Email: 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egovernance@abmindia.com</a:t>
            </a: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Web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www.abmindia.com</a:t>
            </a: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EA00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altLang="en-US" sz="500" b="1" i="0" u="none" strike="noStrike" kern="1200" cap="none" spc="0" normalizeH="0" baseline="0" noProof="0">
              <a:ln>
                <a:noFill/>
              </a:ln>
              <a:solidFill>
                <a:srgbClr val="EA008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19938" y="234950"/>
            <a:ext cx="20193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e-Government that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Right Triangle 5"/>
          <p:cNvSpPr/>
          <p:nvPr/>
        </p:nvSpPr>
        <p:spPr>
          <a:xfrm>
            <a:off x="0" y="4686300"/>
            <a:ext cx="9144000" cy="457200"/>
          </a:xfrm>
          <a:prstGeom prst="rtTriangle">
            <a:avLst/>
          </a:prstGeom>
          <a:solidFill>
            <a:srgbClr val="FE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437" name="Picture 6" descr="A picture containing clipart&#10;&#10;Description automatically generated"/>
          <p:cNvPicPr>
            <a:picLocks noChangeAspect="1"/>
          </p:cNvPicPr>
          <p:nvPr userDrawn="1"/>
        </p:nvPicPr>
        <p:blipFill>
          <a:blip r:embed="rId2"/>
          <a:srcRect t="5055" r="1027"/>
          <a:stretch>
            <a:fillRect/>
          </a:stretch>
        </p:blipFill>
        <p:spPr>
          <a:xfrm>
            <a:off x="6899275" y="6350"/>
            <a:ext cx="76676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platzhalter 2"/>
          <p:cNvSpPr>
            <a:spLocks noGrp="1"/>
          </p:cNvSpPr>
          <p:nvPr>
            <p:ph type="body" sz="quarter" idx="22"/>
          </p:nvPr>
        </p:nvSpPr>
        <p:spPr>
          <a:xfrm rot="5400000">
            <a:off x="1263870" y="482194"/>
            <a:ext cx="3398674" cy="5923937"/>
          </a:xfrm>
          <a:custGeom>
            <a:avLst/>
            <a:gdLst>
              <a:gd name="connsiteX0" fmla="*/ 0 w 8917307"/>
              <a:gd name="connsiteY0" fmla="*/ 5930058 h 5930058"/>
              <a:gd name="connsiteX1" fmla="*/ 2115192 w 8917307"/>
              <a:gd name="connsiteY1" fmla="*/ 0 h 5930058"/>
              <a:gd name="connsiteX2" fmla="*/ 8917307 w 8917307"/>
              <a:gd name="connsiteY2" fmla="*/ 0 h 5930058"/>
              <a:gd name="connsiteX3" fmla="*/ 6802115 w 8917307"/>
              <a:gd name="connsiteY3" fmla="*/ 5930058 h 5930058"/>
              <a:gd name="connsiteX4" fmla="*/ 0 w 8917307"/>
              <a:gd name="connsiteY4" fmla="*/ 5930058 h 5930058"/>
              <a:gd name="connsiteX0-1" fmla="*/ 0 w 8917307"/>
              <a:gd name="connsiteY0-2" fmla="*/ 5930058 h 5930058"/>
              <a:gd name="connsiteX1-3" fmla="*/ 2115192 w 8917307"/>
              <a:gd name="connsiteY1-4" fmla="*/ 0 h 5930058"/>
              <a:gd name="connsiteX2-5" fmla="*/ 8917307 w 8917307"/>
              <a:gd name="connsiteY2-6" fmla="*/ 0 h 5930058"/>
              <a:gd name="connsiteX3-7" fmla="*/ 4528818 w 8917307"/>
              <a:gd name="connsiteY3-8" fmla="*/ 5930058 h 5930058"/>
              <a:gd name="connsiteX4-9" fmla="*/ 0 w 8917307"/>
              <a:gd name="connsiteY4-10" fmla="*/ 5930058 h 5930058"/>
              <a:gd name="connsiteX0-11" fmla="*/ 0 w 4561210"/>
              <a:gd name="connsiteY0-12" fmla="*/ 5930059 h 5930059"/>
              <a:gd name="connsiteX1-13" fmla="*/ 2115192 w 4561210"/>
              <a:gd name="connsiteY1-14" fmla="*/ 1 h 5930059"/>
              <a:gd name="connsiteX2-15" fmla="*/ 4561210 w 4561210"/>
              <a:gd name="connsiteY2-16" fmla="*/ 0 h 5930059"/>
              <a:gd name="connsiteX3-17" fmla="*/ 4528818 w 4561210"/>
              <a:gd name="connsiteY3-18" fmla="*/ 5930059 h 5930059"/>
              <a:gd name="connsiteX4-19" fmla="*/ 0 w 4561210"/>
              <a:gd name="connsiteY4-20" fmla="*/ 5930059 h 5930059"/>
              <a:gd name="connsiteX0-21" fmla="*/ 0 w 3008635"/>
              <a:gd name="connsiteY0-22" fmla="*/ 5893807 h 5930059"/>
              <a:gd name="connsiteX1-23" fmla="*/ 562617 w 3008635"/>
              <a:gd name="connsiteY1-24" fmla="*/ 1 h 5930059"/>
              <a:gd name="connsiteX2-25" fmla="*/ 3008635 w 3008635"/>
              <a:gd name="connsiteY2-26" fmla="*/ 0 h 5930059"/>
              <a:gd name="connsiteX3-27" fmla="*/ 2976243 w 3008635"/>
              <a:gd name="connsiteY3-28" fmla="*/ 5930059 h 5930059"/>
              <a:gd name="connsiteX4-29" fmla="*/ 0 w 3008635"/>
              <a:gd name="connsiteY4-30" fmla="*/ 5893807 h 5930059"/>
              <a:gd name="connsiteX0-31" fmla="*/ 0 w 3008635"/>
              <a:gd name="connsiteY0-32" fmla="*/ 5893807 h 5930055"/>
              <a:gd name="connsiteX1-33" fmla="*/ 562617 w 3008635"/>
              <a:gd name="connsiteY1-34" fmla="*/ 1 h 5930055"/>
              <a:gd name="connsiteX2-35" fmla="*/ 3008635 w 3008635"/>
              <a:gd name="connsiteY2-36" fmla="*/ 0 h 5930055"/>
              <a:gd name="connsiteX3-37" fmla="*/ 2985770 w 3008635"/>
              <a:gd name="connsiteY3-38" fmla="*/ 5930057 h 5930055"/>
              <a:gd name="connsiteX4-39" fmla="*/ 0 w 3008635"/>
              <a:gd name="connsiteY4-40" fmla="*/ 5893807 h 5930055"/>
              <a:gd name="connsiteX0-41" fmla="*/ 0 w 2994348"/>
              <a:gd name="connsiteY0-42" fmla="*/ 5884745 h 5930059"/>
              <a:gd name="connsiteX1-43" fmla="*/ 548330 w 2994348"/>
              <a:gd name="connsiteY1-44" fmla="*/ 1 h 5930059"/>
              <a:gd name="connsiteX2-45" fmla="*/ 2994348 w 2994348"/>
              <a:gd name="connsiteY2-46" fmla="*/ 0 h 5930059"/>
              <a:gd name="connsiteX3-47" fmla="*/ 2971483 w 2994348"/>
              <a:gd name="connsiteY3-48" fmla="*/ 5930057 h 5930059"/>
              <a:gd name="connsiteX4-49" fmla="*/ 0 w 2994348"/>
              <a:gd name="connsiteY4-50" fmla="*/ 5884745 h 5930059"/>
              <a:gd name="connsiteX0-51" fmla="*/ 0 w 2999111"/>
              <a:gd name="connsiteY0-52" fmla="*/ 5911931 h 5930055"/>
              <a:gd name="connsiteX1-53" fmla="*/ 553093 w 2999111"/>
              <a:gd name="connsiteY1-54" fmla="*/ 1 h 5930055"/>
              <a:gd name="connsiteX2-55" fmla="*/ 2999111 w 2999111"/>
              <a:gd name="connsiteY2-56" fmla="*/ 0 h 5930055"/>
              <a:gd name="connsiteX3-57" fmla="*/ 2976246 w 2999111"/>
              <a:gd name="connsiteY3-58" fmla="*/ 5930057 h 5930055"/>
              <a:gd name="connsiteX4-59" fmla="*/ 0 w 2999111"/>
              <a:gd name="connsiteY4-60" fmla="*/ 5911931 h 5930055"/>
              <a:gd name="connsiteX0-61" fmla="*/ 0 w 3761036"/>
              <a:gd name="connsiteY0-62" fmla="*/ 5924582 h 5930056"/>
              <a:gd name="connsiteX1-63" fmla="*/ 1315018 w 3761036"/>
              <a:gd name="connsiteY1-64" fmla="*/ 1 h 5930056"/>
              <a:gd name="connsiteX2-65" fmla="*/ 3761036 w 3761036"/>
              <a:gd name="connsiteY2-66" fmla="*/ 0 h 5930056"/>
              <a:gd name="connsiteX3-67" fmla="*/ 3738171 w 3761036"/>
              <a:gd name="connsiteY3-68" fmla="*/ 5930057 h 5930056"/>
              <a:gd name="connsiteX4-69" fmla="*/ 0 w 3761036"/>
              <a:gd name="connsiteY4-70" fmla="*/ 5924582 h 5930056"/>
              <a:gd name="connsiteX0-71" fmla="*/ 0 w 3761036"/>
              <a:gd name="connsiteY0-72" fmla="*/ 6020245 h 6025720"/>
              <a:gd name="connsiteX1-73" fmla="*/ 1294065 w 3761036"/>
              <a:gd name="connsiteY1-74" fmla="*/ 0 h 6025720"/>
              <a:gd name="connsiteX2-75" fmla="*/ 3761036 w 3761036"/>
              <a:gd name="connsiteY2-76" fmla="*/ 95663 h 6025720"/>
              <a:gd name="connsiteX3-77" fmla="*/ 3738171 w 3761036"/>
              <a:gd name="connsiteY3-78" fmla="*/ 6025720 h 6025720"/>
              <a:gd name="connsiteX4-79" fmla="*/ 0 w 3761036"/>
              <a:gd name="connsiteY4-80" fmla="*/ 6020245 h 6025720"/>
              <a:gd name="connsiteX0-81" fmla="*/ 0 w 3754750"/>
              <a:gd name="connsiteY0-82" fmla="*/ 6020245 h 6025720"/>
              <a:gd name="connsiteX1-83" fmla="*/ 1294065 w 3754750"/>
              <a:gd name="connsiteY1-84" fmla="*/ 0 h 6025720"/>
              <a:gd name="connsiteX2-85" fmla="*/ 3754750 w 3754750"/>
              <a:gd name="connsiteY2-86" fmla="*/ 33046 h 6025720"/>
              <a:gd name="connsiteX3-87" fmla="*/ 3738171 w 3754750"/>
              <a:gd name="connsiteY3-88" fmla="*/ 6025720 h 6025720"/>
              <a:gd name="connsiteX4-89" fmla="*/ 0 w 3754750"/>
              <a:gd name="connsiteY4-90" fmla="*/ 6020245 h 6025720"/>
              <a:gd name="connsiteX0-91" fmla="*/ 0 w 3761036"/>
              <a:gd name="connsiteY0-92" fmla="*/ 6020245 h 6025720"/>
              <a:gd name="connsiteX1-93" fmla="*/ 1294065 w 3761036"/>
              <a:gd name="connsiteY1-94" fmla="*/ 0 h 6025720"/>
              <a:gd name="connsiteX2-95" fmla="*/ 3761036 w 3761036"/>
              <a:gd name="connsiteY2-96" fmla="*/ 22610 h 6025720"/>
              <a:gd name="connsiteX3-97" fmla="*/ 3738171 w 3761036"/>
              <a:gd name="connsiteY3-98" fmla="*/ 6025720 h 6025720"/>
              <a:gd name="connsiteX4-99" fmla="*/ 0 w 3761036"/>
              <a:gd name="connsiteY4-100" fmla="*/ 6020245 h 6025720"/>
              <a:gd name="connsiteX0-101" fmla="*/ 0 w 3740292"/>
              <a:gd name="connsiteY0-102" fmla="*/ 6020245 h 6025720"/>
              <a:gd name="connsiteX1-103" fmla="*/ 1294065 w 3740292"/>
              <a:gd name="connsiteY1-104" fmla="*/ 0 h 6025720"/>
              <a:gd name="connsiteX2-105" fmla="*/ 3737464 w 3740292"/>
              <a:gd name="connsiteY2-106" fmla="*/ 19349 h 6025720"/>
              <a:gd name="connsiteX3-107" fmla="*/ 3738171 w 3740292"/>
              <a:gd name="connsiteY3-108" fmla="*/ 6025720 h 6025720"/>
              <a:gd name="connsiteX4-109" fmla="*/ 0 w 3740292"/>
              <a:gd name="connsiteY4-110" fmla="*/ 6020245 h 6025720"/>
              <a:gd name="connsiteX0-111" fmla="*/ 0 w 3740103"/>
              <a:gd name="connsiteY0-112" fmla="*/ 6020245 h 6025720"/>
              <a:gd name="connsiteX1-113" fmla="*/ 1294065 w 3740103"/>
              <a:gd name="connsiteY1-114" fmla="*/ 0 h 6025720"/>
              <a:gd name="connsiteX2-115" fmla="*/ 3735502 w 3740103"/>
              <a:gd name="connsiteY2-116" fmla="*/ 12827 h 6025720"/>
              <a:gd name="connsiteX3-117" fmla="*/ 3738171 w 3740103"/>
              <a:gd name="connsiteY3-118" fmla="*/ 6025720 h 6025720"/>
              <a:gd name="connsiteX4-119" fmla="*/ 0 w 3740103"/>
              <a:gd name="connsiteY4-120" fmla="*/ 6020245 h 6025720"/>
              <a:gd name="connsiteX0-121" fmla="*/ 0 w 3740103"/>
              <a:gd name="connsiteY0-122" fmla="*/ 6020463 h 6025938"/>
              <a:gd name="connsiteX1-123" fmla="*/ 1294065 w 3740103"/>
              <a:gd name="connsiteY1-124" fmla="*/ 218 h 6025938"/>
              <a:gd name="connsiteX2-125" fmla="*/ 3735502 w 3740103"/>
              <a:gd name="connsiteY2-126" fmla="*/ 0 h 6025938"/>
              <a:gd name="connsiteX3-127" fmla="*/ 3738171 w 3740103"/>
              <a:gd name="connsiteY3-128" fmla="*/ 6025938 h 6025938"/>
              <a:gd name="connsiteX4-129" fmla="*/ 0 w 3740103"/>
              <a:gd name="connsiteY4-130" fmla="*/ 6020463 h 6025938"/>
              <a:gd name="connsiteX0-131" fmla="*/ 0 w 3741397"/>
              <a:gd name="connsiteY0-132" fmla="*/ 6023725 h 6029200"/>
              <a:gd name="connsiteX1-133" fmla="*/ 1294065 w 3741397"/>
              <a:gd name="connsiteY1-134" fmla="*/ 3480 h 6029200"/>
              <a:gd name="connsiteX2-135" fmla="*/ 3741397 w 3741397"/>
              <a:gd name="connsiteY2-136" fmla="*/ 0 h 6029200"/>
              <a:gd name="connsiteX3-137" fmla="*/ 3738171 w 3741397"/>
              <a:gd name="connsiteY3-138" fmla="*/ 6029200 h 6029200"/>
              <a:gd name="connsiteX4-139" fmla="*/ 0 w 3741397"/>
              <a:gd name="connsiteY4-140" fmla="*/ 6023725 h 6029200"/>
              <a:gd name="connsiteX0-141" fmla="*/ 0 w 3747290"/>
              <a:gd name="connsiteY0-142" fmla="*/ 6023725 h 6029200"/>
              <a:gd name="connsiteX1-143" fmla="*/ 1294065 w 3747290"/>
              <a:gd name="connsiteY1-144" fmla="*/ 3480 h 6029200"/>
              <a:gd name="connsiteX2-145" fmla="*/ 3747290 w 3747290"/>
              <a:gd name="connsiteY2-146" fmla="*/ 0 h 6029200"/>
              <a:gd name="connsiteX3-147" fmla="*/ 3738171 w 3747290"/>
              <a:gd name="connsiteY3-148" fmla="*/ 6029200 h 6029200"/>
              <a:gd name="connsiteX4-149" fmla="*/ 0 w 3747290"/>
              <a:gd name="connsiteY4-150" fmla="*/ 6023725 h 6029200"/>
              <a:gd name="connsiteX0-151" fmla="*/ 0 w 3743362"/>
              <a:gd name="connsiteY0-152" fmla="*/ 6023725 h 6029200"/>
              <a:gd name="connsiteX1-153" fmla="*/ 1294065 w 3743362"/>
              <a:gd name="connsiteY1-154" fmla="*/ 3480 h 6029200"/>
              <a:gd name="connsiteX2-155" fmla="*/ 3743362 w 3743362"/>
              <a:gd name="connsiteY2-156" fmla="*/ 0 h 6029200"/>
              <a:gd name="connsiteX3-157" fmla="*/ 3738171 w 3743362"/>
              <a:gd name="connsiteY3-158" fmla="*/ 6029200 h 6029200"/>
              <a:gd name="connsiteX4-159" fmla="*/ 0 w 3743362"/>
              <a:gd name="connsiteY4-160" fmla="*/ 6023725 h 6029200"/>
              <a:gd name="connsiteX0-161" fmla="*/ 0 w 3740103"/>
              <a:gd name="connsiteY0-162" fmla="*/ 6023725 h 6029200"/>
              <a:gd name="connsiteX1-163" fmla="*/ 1294065 w 3740103"/>
              <a:gd name="connsiteY1-164" fmla="*/ 3480 h 6029200"/>
              <a:gd name="connsiteX2-165" fmla="*/ 3735505 w 3740103"/>
              <a:gd name="connsiteY2-166" fmla="*/ 0 h 6029200"/>
              <a:gd name="connsiteX3-167" fmla="*/ 3738171 w 3740103"/>
              <a:gd name="connsiteY3-168" fmla="*/ 6029200 h 6029200"/>
              <a:gd name="connsiteX4-169" fmla="*/ 0 w 3740103"/>
              <a:gd name="connsiteY4-170" fmla="*/ 6023725 h 6029200"/>
              <a:gd name="connsiteX0-171" fmla="*/ 0 w 3740103"/>
              <a:gd name="connsiteY0-172" fmla="*/ 6023726 h 6029201"/>
              <a:gd name="connsiteX1-173" fmla="*/ 1294065 w 3740103"/>
              <a:gd name="connsiteY1-174" fmla="*/ 3481 h 6029201"/>
              <a:gd name="connsiteX2-175" fmla="*/ 3735508 w 3740103"/>
              <a:gd name="connsiteY2-176" fmla="*/ 0 h 6029201"/>
              <a:gd name="connsiteX3-177" fmla="*/ 3738171 w 3740103"/>
              <a:gd name="connsiteY3-178" fmla="*/ 6029201 h 6029201"/>
              <a:gd name="connsiteX4-179" fmla="*/ 0 w 3740103"/>
              <a:gd name="connsiteY4-180" fmla="*/ 6023726 h 6029201"/>
              <a:gd name="connsiteX0-181" fmla="*/ 0 w 3740727"/>
              <a:gd name="connsiteY0-182" fmla="*/ 6023726 h 6029201"/>
              <a:gd name="connsiteX1-183" fmla="*/ 1294065 w 3740727"/>
              <a:gd name="connsiteY1-184" fmla="*/ 3481 h 6029201"/>
              <a:gd name="connsiteX2-185" fmla="*/ 3735508 w 3740727"/>
              <a:gd name="connsiteY2-186" fmla="*/ 0 h 6029201"/>
              <a:gd name="connsiteX3-187" fmla="*/ 3738171 w 3740727"/>
              <a:gd name="connsiteY3-188" fmla="*/ 6029201 h 6029201"/>
              <a:gd name="connsiteX4-189" fmla="*/ 0 w 3740727"/>
              <a:gd name="connsiteY4-190" fmla="*/ 6023726 h 6029201"/>
              <a:gd name="connsiteX0-191" fmla="*/ 0 w 3740728"/>
              <a:gd name="connsiteY0-192" fmla="*/ 6023726 h 6029201"/>
              <a:gd name="connsiteX1-193" fmla="*/ 1294065 w 3740728"/>
              <a:gd name="connsiteY1-194" fmla="*/ 3481 h 6029201"/>
              <a:gd name="connsiteX2-195" fmla="*/ 3735508 w 3740728"/>
              <a:gd name="connsiteY2-196" fmla="*/ 0 h 6029201"/>
              <a:gd name="connsiteX3-197" fmla="*/ 3738171 w 3740728"/>
              <a:gd name="connsiteY3-198" fmla="*/ 6029201 h 6029201"/>
              <a:gd name="connsiteX4-199" fmla="*/ 0 w 3740728"/>
              <a:gd name="connsiteY4-200" fmla="*/ 6023726 h 6029201"/>
              <a:gd name="connsiteX0-201" fmla="*/ 0 w 3738171"/>
              <a:gd name="connsiteY0-202" fmla="*/ 6023726 h 6029201"/>
              <a:gd name="connsiteX1-203" fmla="*/ 1294065 w 3738171"/>
              <a:gd name="connsiteY1-204" fmla="*/ 3481 h 6029201"/>
              <a:gd name="connsiteX2-205" fmla="*/ 3735508 w 3738171"/>
              <a:gd name="connsiteY2-206" fmla="*/ 0 h 6029201"/>
              <a:gd name="connsiteX3-207" fmla="*/ 3738171 w 3738171"/>
              <a:gd name="connsiteY3-208" fmla="*/ 6029201 h 6029201"/>
              <a:gd name="connsiteX4-209" fmla="*/ 0 w 3738171"/>
              <a:gd name="connsiteY4-210" fmla="*/ 6023726 h 6029201"/>
              <a:gd name="connsiteX0-211" fmla="*/ 0 w 3738171"/>
              <a:gd name="connsiteY0-212" fmla="*/ 6023726 h 6029201"/>
              <a:gd name="connsiteX1-213" fmla="*/ 1294065 w 3738171"/>
              <a:gd name="connsiteY1-214" fmla="*/ 3481 h 6029201"/>
              <a:gd name="connsiteX2-215" fmla="*/ 3735508 w 3738171"/>
              <a:gd name="connsiteY2-216" fmla="*/ 0 h 6029201"/>
              <a:gd name="connsiteX3-217" fmla="*/ 3738171 w 3738171"/>
              <a:gd name="connsiteY3-218" fmla="*/ 6029201 h 6029201"/>
              <a:gd name="connsiteX4-219" fmla="*/ 0 w 3738171"/>
              <a:gd name="connsiteY4-220" fmla="*/ 6023726 h 6029201"/>
              <a:gd name="connsiteX0-221" fmla="*/ 0 w 3738171"/>
              <a:gd name="connsiteY0-222" fmla="*/ 6023727 h 6029202"/>
              <a:gd name="connsiteX1-223" fmla="*/ 1294065 w 3738171"/>
              <a:gd name="connsiteY1-224" fmla="*/ 3482 h 6029202"/>
              <a:gd name="connsiteX2-225" fmla="*/ 3735510 w 3738171"/>
              <a:gd name="connsiteY2-226" fmla="*/ 0 h 6029202"/>
              <a:gd name="connsiteX3-227" fmla="*/ 3738171 w 3738171"/>
              <a:gd name="connsiteY3-228" fmla="*/ 6029202 h 6029202"/>
              <a:gd name="connsiteX4-229" fmla="*/ 0 w 3738171"/>
              <a:gd name="connsiteY4-230" fmla="*/ 6023727 h 6029202"/>
              <a:gd name="connsiteX0-231" fmla="*/ 0 w 3738171"/>
              <a:gd name="connsiteY0-232" fmla="*/ 6023727 h 6029202"/>
              <a:gd name="connsiteX1-233" fmla="*/ 1294065 w 3738171"/>
              <a:gd name="connsiteY1-234" fmla="*/ 3482 h 6029202"/>
              <a:gd name="connsiteX2-235" fmla="*/ 3735510 w 3738171"/>
              <a:gd name="connsiteY2-236" fmla="*/ 0 h 6029202"/>
              <a:gd name="connsiteX3-237" fmla="*/ 3738171 w 3738171"/>
              <a:gd name="connsiteY3-238" fmla="*/ 6029202 h 6029202"/>
              <a:gd name="connsiteX4-239" fmla="*/ 0 w 3738171"/>
              <a:gd name="connsiteY4-240" fmla="*/ 6023727 h 6029202"/>
              <a:gd name="connsiteX0-241" fmla="*/ 0 w 3738171"/>
              <a:gd name="connsiteY0-242" fmla="*/ 6020465 h 6025940"/>
              <a:gd name="connsiteX1-243" fmla="*/ 1294065 w 3738171"/>
              <a:gd name="connsiteY1-244" fmla="*/ 220 h 6025940"/>
              <a:gd name="connsiteX2-245" fmla="*/ 3735510 w 3738171"/>
              <a:gd name="connsiteY2-246" fmla="*/ 0 h 6025940"/>
              <a:gd name="connsiteX3-247" fmla="*/ 3738171 w 3738171"/>
              <a:gd name="connsiteY3-248" fmla="*/ 6025940 h 6025940"/>
              <a:gd name="connsiteX4-249" fmla="*/ 0 w 3738171"/>
              <a:gd name="connsiteY4-250" fmla="*/ 6020465 h 6025940"/>
              <a:gd name="connsiteX0-251" fmla="*/ 0 w 3738171"/>
              <a:gd name="connsiteY0-252" fmla="*/ 8138769 h 8144244"/>
              <a:gd name="connsiteX1-253" fmla="*/ 1740362 w 3738171"/>
              <a:gd name="connsiteY1-254" fmla="*/ 0 h 8144244"/>
              <a:gd name="connsiteX2-255" fmla="*/ 3735510 w 3738171"/>
              <a:gd name="connsiteY2-256" fmla="*/ 2118304 h 8144244"/>
              <a:gd name="connsiteX3-257" fmla="*/ 3738171 w 3738171"/>
              <a:gd name="connsiteY3-258" fmla="*/ 8144244 h 8144244"/>
              <a:gd name="connsiteX4-259" fmla="*/ 0 w 3738171"/>
              <a:gd name="connsiteY4-260" fmla="*/ 8138769 h 8144244"/>
              <a:gd name="connsiteX0-261" fmla="*/ 0 w 3738171"/>
              <a:gd name="connsiteY0-262" fmla="*/ 8138769 h 8144244"/>
              <a:gd name="connsiteX1-263" fmla="*/ 1740362 w 3738171"/>
              <a:gd name="connsiteY1-264" fmla="*/ 0 h 8144244"/>
              <a:gd name="connsiteX2-265" fmla="*/ 3729226 w 3738171"/>
              <a:gd name="connsiteY2-266" fmla="*/ 20651 h 8144244"/>
              <a:gd name="connsiteX3-267" fmla="*/ 3738171 w 3738171"/>
              <a:gd name="connsiteY3-268" fmla="*/ 8144244 h 8144244"/>
              <a:gd name="connsiteX4-269" fmla="*/ 0 w 3738171"/>
              <a:gd name="connsiteY4-270" fmla="*/ 8138769 h 8144244"/>
              <a:gd name="connsiteX0-271" fmla="*/ 0 w 3738171"/>
              <a:gd name="connsiteY0-272" fmla="*/ 8138989 h 8144464"/>
              <a:gd name="connsiteX1-273" fmla="*/ 1740362 w 3738171"/>
              <a:gd name="connsiteY1-274" fmla="*/ 220 h 8144464"/>
              <a:gd name="connsiteX2-275" fmla="*/ 3722943 w 3738171"/>
              <a:gd name="connsiteY2-276" fmla="*/ -1 h 8144464"/>
              <a:gd name="connsiteX3-277" fmla="*/ 3738171 w 3738171"/>
              <a:gd name="connsiteY3-278" fmla="*/ 8144464 h 8144464"/>
              <a:gd name="connsiteX4-279" fmla="*/ 0 w 3738171"/>
              <a:gd name="connsiteY4-280" fmla="*/ 8138989 h 8144464"/>
              <a:gd name="connsiteX0-281" fmla="*/ 0 w 3738171"/>
              <a:gd name="connsiteY0-282" fmla="*/ 8138990 h 8144465"/>
              <a:gd name="connsiteX1-283" fmla="*/ 1740362 w 3738171"/>
              <a:gd name="connsiteY1-284" fmla="*/ 221 h 8144465"/>
              <a:gd name="connsiteX2-285" fmla="*/ 3735515 w 3738171"/>
              <a:gd name="connsiteY2-286" fmla="*/ 0 h 8144465"/>
              <a:gd name="connsiteX3-287" fmla="*/ 3738171 w 3738171"/>
              <a:gd name="connsiteY3-288" fmla="*/ 8144465 h 8144465"/>
              <a:gd name="connsiteX4-289" fmla="*/ 0 w 3738171"/>
              <a:gd name="connsiteY4-290" fmla="*/ 8138990 h 81444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38171" h="8144465">
                <a:moveTo>
                  <a:pt x="0" y="8138990"/>
                </a:moveTo>
                <a:lnTo>
                  <a:pt x="1740362" y="221"/>
                </a:lnTo>
                <a:lnTo>
                  <a:pt x="3735515" y="0"/>
                </a:lnTo>
                <a:cubicBezTo>
                  <a:pt x="3737716" y="6030452"/>
                  <a:pt x="3735974" y="2114013"/>
                  <a:pt x="3738171" y="8144465"/>
                </a:cubicBezTo>
                <a:lnTo>
                  <a:pt x="0" y="813899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  <p:txBody>
          <a:bodyPr vert="vert">
            <a:noAutofit/>
          </a:bodyPr>
          <a:lstStyle>
            <a:lvl1pPr marL="0" indent="0">
              <a:buNone/>
              <a:defRPr sz="100" baseline="0">
                <a:noFill/>
              </a:defRPr>
            </a:lvl1pPr>
          </a:lstStyle>
          <a:p>
            <a:pPr lvl="0" fontAlgn="base"/>
            <a:r>
              <a:rPr lang="en-US" strike="noStrike" noProof="0"/>
              <a:t>Edit Master text styles</a:t>
            </a:r>
            <a:endParaRPr lang="en-US" strike="noStrike" noProof="0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6" Type="http://schemas.openxmlformats.org/officeDocument/2006/relationships/theme" Target="../theme/theme4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6" Type="http://schemas.openxmlformats.org/officeDocument/2006/relationships/theme" Target="../theme/theme5.xml"/><Relationship Id="rId15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extplatzhalter 2"/>
          <p:cNvSpPr>
            <a:spLocks noGrp="1"/>
          </p:cNvSpPr>
          <p:nvPr>
            <p:ph type="body"/>
          </p:nvPr>
        </p:nvSpPr>
        <p:spPr>
          <a:xfrm>
            <a:off x="200025" y="985838"/>
            <a:ext cx="8731250" cy="3957637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lvl="0"/>
            <a:r>
              <a:rPr lang="en-US" altLang="zh-CN" dirty="0"/>
              <a:t>Click to edit content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  <a:p>
            <a:pPr lvl="4"/>
            <a:r>
              <a:rPr lang="en-US" altLang="zh-CN" dirty="0"/>
              <a:t>Sixth level</a:t>
            </a:r>
            <a:endParaRPr lang="en-US" altLang="zh-CN" dirty="0"/>
          </a:p>
          <a:p>
            <a:pPr lvl="4"/>
            <a:r>
              <a:rPr lang="en-US" altLang="zh-CN" dirty="0"/>
              <a:t>Seventh level</a:t>
            </a:r>
            <a:endParaRPr lang="en-US" altLang="zh-CN" dirty="0"/>
          </a:p>
          <a:p>
            <a:pPr lvl="4"/>
            <a:r>
              <a:rPr lang="en-US" altLang="zh-CN" dirty="0"/>
              <a:t>Eights level</a:t>
            </a:r>
            <a:endParaRPr lang="en-US" altLang="zh-CN" dirty="0"/>
          </a:p>
          <a:p>
            <a:pPr lvl="4"/>
            <a:r>
              <a:rPr lang="en-US" altLang="zh-CN" dirty="0"/>
              <a:t>Ninth level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>
          <a:xfrm>
            <a:off x="200025" y="269875"/>
            <a:ext cx="8734425" cy="53975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 anchorCtr="0"/>
          <a:p>
            <a:pPr lvl="0"/>
            <a:r>
              <a:rPr lang="en-US" altLang="en-US" dirty="0"/>
              <a:t>Click to edit title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>
    <p:fade/>
  </p:transition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ern="1200">
          <a:solidFill>
            <a:srgbClr val="40404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marL="13525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EA008E"/>
        </a:buClr>
        <a:buFont typeface="Wingdings" panose="05000000000000000000" pitchFamily="2" charset="2"/>
        <a:buChar char="§"/>
        <a:defRPr sz="14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26987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4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405130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2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9750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2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67500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810260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6pPr>
      <a:lvl7pPr marL="944880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7pPr>
      <a:lvl8pPr marL="1080135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8pPr>
      <a:lvl9pPr marL="1214755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 baseline="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9pPr>
    </p:bodyStyle>
    <p:otherStyle>
      <a:defPPr>
        <a:defRPr lang="de-DE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Textplatzhalter 2"/>
          <p:cNvSpPr>
            <a:spLocks noGrp="1"/>
          </p:cNvSpPr>
          <p:nvPr>
            <p:ph type="body"/>
          </p:nvPr>
        </p:nvSpPr>
        <p:spPr>
          <a:xfrm>
            <a:off x="200025" y="985838"/>
            <a:ext cx="8731250" cy="3957637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lvl="0"/>
            <a:r>
              <a:rPr lang="en-US" altLang="zh-CN" dirty="0"/>
              <a:t>Click to edit content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  <a:p>
            <a:pPr lvl="4"/>
            <a:r>
              <a:rPr lang="en-US" altLang="zh-CN" dirty="0"/>
              <a:t>Sixth level</a:t>
            </a:r>
            <a:endParaRPr lang="en-US" altLang="zh-CN" dirty="0"/>
          </a:p>
          <a:p>
            <a:pPr lvl="4"/>
            <a:r>
              <a:rPr lang="en-US" altLang="zh-CN" dirty="0"/>
              <a:t>Seventh level</a:t>
            </a:r>
            <a:endParaRPr lang="en-US" altLang="zh-CN" dirty="0"/>
          </a:p>
          <a:p>
            <a:pPr lvl="4"/>
            <a:r>
              <a:rPr lang="en-US" altLang="zh-CN" dirty="0"/>
              <a:t>Eights level</a:t>
            </a:r>
            <a:endParaRPr lang="en-US" altLang="zh-CN" dirty="0"/>
          </a:p>
          <a:p>
            <a:pPr lvl="4"/>
            <a:r>
              <a:rPr lang="en-US" altLang="zh-CN" dirty="0"/>
              <a:t>Ninth level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2051" name="Titelplatzhalter 1"/>
          <p:cNvSpPr>
            <a:spLocks noGrp="1"/>
          </p:cNvSpPr>
          <p:nvPr>
            <p:ph type="title"/>
          </p:nvPr>
        </p:nvSpPr>
        <p:spPr>
          <a:xfrm>
            <a:off x="200025" y="269875"/>
            <a:ext cx="8734425" cy="53975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 anchorCtr="0"/>
          <a:p>
            <a:pPr lvl="0"/>
            <a:r>
              <a:rPr lang="en-US" altLang="en-US" dirty="0"/>
              <a:t>Click to edit title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transition spd="med">
    <p:fade/>
  </p:transition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ern="1200">
          <a:solidFill>
            <a:srgbClr val="40404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marL="13525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EA008E"/>
        </a:buClr>
        <a:buFont typeface="Wingdings" panose="05000000000000000000" pitchFamily="2" charset="2"/>
        <a:buChar char="§"/>
        <a:defRPr sz="14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26987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4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405130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2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9750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2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67500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810260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6pPr>
      <a:lvl7pPr marL="944880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7pPr>
      <a:lvl8pPr marL="1080135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8pPr>
      <a:lvl9pPr marL="1214755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 baseline="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9pPr>
    </p:bodyStyle>
    <p:otherStyle>
      <a:defPPr>
        <a:defRPr lang="de-DE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Textplatzhalter 2"/>
          <p:cNvSpPr>
            <a:spLocks noGrp="1"/>
          </p:cNvSpPr>
          <p:nvPr>
            <p:ph type="body"/>
          </p:nvPr>
        </p:nvSpPr>
        <p:spPr>
          <a:xfrm>
            <a:off x="200025" y="985838"/>
            <a:ext cx="8731250" cy="3957637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lvl="0"/>
            <a:r>
              <a:rPr lang="en-US" altLang="zh-CN" dirty="0"/>
              <a:t>Click to edit content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  <a:p>
            <a:pPr lvl="4"/>
            <a:r>
              <a:rPr lang="en-US" altLang="zh-CN" dirty="0"/>
              <a:t>Sixth level</a:t>
            </a:r>
            <a:endParaRPr lang="en-US" altLang="zh-CN" dirty="0"/>
          </a:p>
          <a:p>
            <a:pPr lvl="4"/>
            <a:r>
              <a:rPr lang="en-US" altLang="zh-CN" dirty="0"/>
              <a:t>Seventh level</a:t>
            </a:r>
            <a:endParaRPr lang="en-US" altLang="zh-CN" dirty="0"/>
          </a:p>
          <a:p>
            <a:pPr lvl="4"/>
            <a:r>
              <a:rPr lang="en-US" altLang="zh-CN" dirty="0"/>
              <a:t>Eights level</a:t>
            </a:r>
            <a:endParaRPr lang="en-US" altLang="zh-CN" dirty="0"/>
          </a:p>
          <a:p>
            <a:pPr lvl="4"/>
            <a:r>
              <a:rPr lang="en-US" altLang="zh-CN" dirty="0"/>
              <a:t>Ninth level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3075" name="Titelplatzhalter 1"/>
          <p:cNvSpPr>
            <a:spLocks noGrp="1"/>
          </p:cNvSpPr>
          <p:nvPr>
            <p:ph type="title"/>
          </p:nvPr>
        </p:nvSpPr>
        <p:spPr>
          <a:xfrm>
            <a:off x="200025" y="269875"/>
            <a:ext cx="8734425" cy="53975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 anchorCtr="0"/>
          <a:p>
            <a:pPr lvl="0"/>
            <a:r>
              <a:rPr lang="en-US" altLang="en-US" dirty="0"/>
              <a:t>Click to edit title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transition spd="med">
    <p:fade/>
  </p:transition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ern="1200">
          <a:solidFill>
            <a:srgbClr val="40404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marL="13525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EA008E"/>
        </a:buClr>
        <a:buFont typeface="Wingdings" panose="05000000000000000000" pitchFamily="2" charset="2"/>
        <a:buChar char="§"/>
        <a:defRPr sz="14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26987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4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405130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2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9750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2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67500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810260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6pPr>
      <a:lvl7pPr marL="944880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7pPr>
      <a:lvl8pPr marL="1080135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8pPr>
      <a:lvl9pPr marL="1214755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 baseline="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9pPr>
    </p:bodyStyle>
    <p:otherStyle>
      <a:defPPr>
        <a:defRPr lang="de-DE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Textplatzhalter 2"/>
          <p:cNvSpPr>
            <a:spLocks noGrp="1"/>
          </p:cNvSpPr>
          <p:nvPr>
            <p:ph type="body"/>
          </p:nvPr>
        </p:nvSpPr>
        <p:spPr>
          <a:xfrm>
            <a:off x="200025" y="985838"/>
            <a:ext cx="8731250" cy="3957637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lvl="0"/>
            <a:r>
              <a:rPr lang="en-US" altLang="zh-CN" dirty="0"/>
              <a:t>Click to edit content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  <a:p>
            <a:pPr lvl="4"/>
            <a:r>
              <a:rPr lang="en-US" altLang="zh-CN" dirty="0"/>
              <a:t>Sixth level</a:t>
            </a:r>
            <a:endParaRPr lang="en-US" altLang="zh-CN" dirty="0"/>
          </a:p>
          <a:p>
            <a:pPr lvl="4"/>
            <a:r>
              <a:rPr lang="en-US" altLang="zh-CN" dirty="0"/>
              <a:t>Seventh level</a:t>
            </a:r>
            <a:endParaRPr lang="en-US" altLang="zh-CN" dirty="0"/>
          </a:p>
          <a:p>
            <a:pPr lvl="4"/>
            <a:r>
              <a:rPr lang="en-US" altLang="zh-CN" dirty="0"/>
              <a:t>Eights level</a:t>
            </a:r>
            <a:endParaRPr lang="en-US" altLang="zh-CN" dirty="0"/>
          </a:p>
          <a:p>
            <a:pPr lvl="4"/>
            <a:r>
              <a:rPr lang="en-US" altLang="zh-CN" dirty="0"/>
              <a:t>Ninth level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099" name="Titelplatzhalter 1"/>
          <p:cNvSpPr>
            <a:spLocks noGrp="1"/>
          </p:cNvSpPr>
          <p:nvPr>
            <p:ph type="title"/>
          </p:nvPr>
        </p:nvSpPr>
        <p:spPr>
          <a:xfrm>
            <a:off x="200025" y="269875"/>
            <a:ext cx="8734425" cy="53975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 anchorCtr="0"/>
          <a:p>
            <a:pPr lvl="0"/>
            <a:r>
              <a:rPr lang="en-US" altLang="en-US" dirty="0"/>
              <a:t>Click to edit title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</p:sldLayoutIdLst>
  <p:transition spd="med">
    <p:fade/>
  </p:transition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ern="1200">
          <a:solidFill>
            <a:srgbClr val="40404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marL="13525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EA008E"/>
        </a:buClr>
        <a:buFont typeface="Wingdings" panose="05000000000000000000" pitchFamily="2" charset="2"/>
        <a:buChar char="§"/>
        <a:defRPr sz="14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26987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4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405130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2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9750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2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67500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810260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6pPr>
      <a:lvl7pPr marL="944880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7pPr>
      <a:lvl8pPr marL="1080135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8pPr>
      <a:lvl9pPr marL="1214755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 baseline="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9pPr>
    </p:bodyStyle>
    <p:otherStyle>
      <a:defPPr>
        <a:defRPr lang="de-DE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extplatzhalter 2"/>
          <p:cNvSpPr>
            <a:spLocks noGrp="1"/>
          </p:cNvSpPr>
          <p:nvPr>
            <p:ph type="body"/>
          </p:nvPr>
        </p:nvSpPr>
        <p:spPr>
          <a:xfrm>
            <a:off x="200025" y="985838"/>
            <a:ext cx="8731250" cy="3957637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lvl="0"/>
            <a:r>
              <a:rPr lang="en-US" altLang="zh-CN" dirty="0"/>
              <a:t>Click to edit content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  <a:p>
            <a:pPr lvl="4"/>
            <a:r>
              <a:rPr lang="en-US" altLang="zh-CN" dirty="0"/>
              <a:t>Sixth level</a:t>
            </a:r>
            <a:endParaRPr lang="en-US" altLang="zh-CN" dirty="0"/>
          </a:p>
          <a:p>
            <a:pPr lvl="4"/>
            <a:r>
              <a:rPr lang="en-US" altLang="zh-CN" dirty="0"/>
              <a:t>Seventh level</a:t>
            </a:r>
            <a:endParaRPr lang="en-US" altLang="zh-CN" dirty="0"/>
          </a:p>
          <a:p>
            <a:pPr lvl="4"/>
            <a:r>
              <a:rPr lang="en-US" altLang="zh-CN" dirty="0"/>
              <a:t>Eights level</a:t>
            </a:r>
            <a:endParaRPr lang="en-US" altLang="zh-CN" dirty="0"/>
          </a:p>
          <a:p>
            <a:pPr lvl="4"/>
            <a:r>
              <a:rPr lang="en-US" altLang="zh-CN" dirty="0"/>
              <a:t>Ninth level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>
          <a:xfrm>
            <a:off x="200025" y="269875"/>
            <a:ext cx="8734425" cy="53975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 anchorCtr="0"/>
          <a:p>
            <a:pPr lvl="0"/>
            <a:r>
              <a:rPr lang="en-US" altLang="en-US" dirty="0"/>
              <a:t>Click to edit title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</p:sldLayoutIdLst>
  <p:transition spd="med">
    <p:fade/>
  </p:transition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ern="1200">
          <a:solidFill>
            <a:srgbClr val="40404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>
          <a:solidFill>
            <a:srgbClr val="404040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marL="13525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EA008E"/>
        </a:buClr>
        <a:buFont typeface="Wingdings" panose="05000000000000000000" pitchFamily="2" charset="2"/>
        <a:buChar char="§"/>
        <a:defRPr sz="14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26987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4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405130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2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9750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2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675005" indent="-171450" algn="l" defTabSz="685800" rtl="0" eaLnBrk="0" fontAlgn="base" hangingPunct="0">
        <a:spcBef>
          <a:spcPts val="750"/>
        </a:spcBef>
        <a:spcAft>
          <a:spcPct val="0"/>
        </a:spcAft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810260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6pPr>
      <a:lvl7pPr marL="944880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7pPr>
      <a:lvl8pPr marL="1080135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8pPr>
      <a:lvl9pPr marL="1214755" indent="-172720" algn="l" defTabSz="685800" rtl="0" eaLnBrk="1" latinLnBrk="0" hangingPunct="1">
        <a:lnSpc>
          <a:spcPct val="100000"/>
        </a:lnSpc>
        <a:spcBef>
          <a:spcPts val="750"/>
        </a:spcBef>
        <a:buClr>
          <a:srgbClr val="666666"/>
        </a:buClr>
        <a:buFont typeface="Wingdings" panose="05000000000000000000" pitchFamily="2" charset="2"/>
        <a:buChar char="§"/>
        <a:defRPr sz="1100" kern="1200" baseline="0">
          <a:solidFill>
            <a:srgbClr val="595959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9pPr>
    </p:bodyStyle>
    <p:otherStyle>
      <a:defPPr>
        <a:defRPr lang="de-DE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hyperlink" Target="https://mainet.abmindia.com/" TargetMode="Externa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1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1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1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1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1" Type="http://schemas.openxmlformats.org/officeDocument/2006/relationships/image" Target="../media/image6.wmf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image" Target="../media/image6.wmf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6.png"/><Relationship Id="rId1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1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1" Type="http://schemas.openxmlformats.org/officeDocument/2006/relationships/image" Target="../media/image6.wmf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8.png"/><Relationship Id="rId1" Type="http://schemas.openxmlformats.org/officeDocument/2006/relationships/image" Target="../media/image6.wmf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9.png"/><Relationship Id="rId1" Type="http://schemas.openxmlformats.org/officeDocument/2006/relationships/image" Target="../media/image6.wmf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0.png"/><Relationship Id="rId1" Type="http://schemas.openxmlformats.org/officeDocument/2006/relationships/image" Target="../media/image6.wmf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0.png"/><Relationship Id="rId1" Type="http://schemas.openxmlformats.org/officeDocument/2006/relationships/image" Target="../media/image6.wmf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image" Target="../media/image6.wmf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2.png"/><Relationship Id="rId1" Type="http://schemas.openxmlformats.org/officeDocument/2006/relationships/image" Target="../media/image6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57200" y="1414463"/>
            <a:ext cx="5916613" cy="293687"/>
          </a:xfrm>
        </p:spPr>
        <p:txBody>
          <a:bodyPr vert="horz" wrap="square" lIns="68580" tIns="34290" rIns="68580" bIns="34290" anchor="t" anchorCtr="0"/>
          <a:p>
            <a:pPr defTabSz="685800" eaLnBrk="1" hangingPunct="1">
              <a:spcBef>
                <a:spcPct val="0"/>
              </a:spcBef>
              <a:buClr>
                <a:srgbClr val="EA008E"/>
              </a:buClr>
              <a:buSzTx/>
            </a:pPr>
            <a:r>
              <a:rPr lang="en-US" altLang="en-US" dirty="0">
                <a:cs typeface="Verdana" panose="020B0604030504040204" pitchFamily="34" charset="0"/>
                <a:sym typeface="+mn-ea"/>
              </a:rPr>
              <a:t>Redmine Training</a:t>
            </a:r>
            <a:r>
              <a:rPr lang="en-IN" altLang="en-US" dirty="0">
                <a:cs typeface="Verdana" panose="020B0604030504040204" pitchFamily="34" charset="0"/>
                <a:sym typeface="+mn-ea"/>
              </a:rPr>
              <a:t> for On-Site Team</a:t>
            </a:r>
            <a:endParaRPr lang="en-IN" altLang="en-US" kern="1200" dirty="0"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  <a:sym typeface="+mn-ea"/>
            </a:endParaRPr>
          </a:p>
        </p:txBody>
      </p:sp>
      <p:sp>
        <p:nvSpPr>
          <p:cNvPr id="64514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512763"/>
            <a:ext cx="5130800" cy="171450"/>
          </a:xfrm>
        </p:spPr>
        <p:txBody>
          <a:bodyPr vert="horz" wrap="square" lIns="68580" tIns="34290" rIns="68580" bIns="34290" anchor="ctr" anchorCtr="0"/>
          <a:p>
            <a:pPr defTabSz="685800" eaLnBrk="1" hangingPunct="1">
              <a:spcBef>
                <a:spcPct val="0"/>
              </a:spcBef>
              <a:buClr>
                <a:srgbClr val="EA008E"/>
              </a:buClr>
              <a:buSzTx/>
            </a:pPr>
            <a:r>
              <a:rPr lang="en-US" altLang="en-US" kern="12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en-IN" altLang="en-US" kern="12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</a:t>
            </a:r>
            <a:r>
              <a:rPr lang="en-US" altLang="en-US" kern="12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IN" altLang="en-US" kern="12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Sep</a:t>
            </a:r>
            <a:r>
              <a:rPr lang="en-US" altLang="en-US" kern="12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202</a:t>
            </a:r>
            <a:r>
              <a:rPr lang="en-IN" altLang="en-US" kern="12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endParaRPr lang="en-IN" altLang="en-US" kern="1200" dirty="0"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451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57200" y="749300"/>
            <a:ext cx="5130800" cy="171450"/>
          </a:xfrm>
        </p:spPr>
        <p:txBody>
          <a:bodyPr vert="horz" wrap="square" lIns="68580" tIns="34290" rIns="68580" bIns="34290" anchor="ctr" anchorCtr="0"/>
          <a:p>
            <a:pPr defTabSz="685800" eaLnBrk="1" hangingPunct="1">
              <a:spcBef>
                <a:spcPct val="0"/>
              </a:spcBef>
              <a:buClr>
                <a:srgbClr val="EA008E"/>
              </a:buClr>
              <a:buSzTx/>
            </a:pPr>
            <a:r>
              <a:rPr lang="en-IN" altLang="en-US" kern="12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Vishal Hake</a:t>
            </a:r>
            <a:endParaRPr lang="en-IN" altLang="en-US" kern="1200" dirty="0"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451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987425"/>
            <a:ext cx="5130800" cy="171450"/>
          </a:xfrm>
        </p:spPr>
        <p:txBody>
          <a:bodyPr vert="horz" wrap="square" lIns="68580" tIns="34290" rIns="68580" bIns="34290" anchor="ctr" anchorCtr="0"/>
          <a:p>
            <a:pPr defTabSz="685800" eaLnBrk="1" hangingPunct="1">
              <a:spcBef>
                <a:spcPct val="0"/>
              </a:spcBef>
              <a:buClr>
                <a:srgbClr val="EA008E"/>
              </a:buClr>
              <a:buSzTx/>
            </a:pPr>
            <a:r>
              <a:rPr lang="en-IN" altLang="en-US" kern="1200" dirty="0"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Lead Process Automation.</a:t>
            </a:r>
            <a:endParaRPr lang="en-IN" altLang="en-US" kern="1200" dirty="0"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1800" y="3505200"/>
            <a:ext cx="3144838" cy="12017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Corporate Office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ABM House, Plot No. 268, Linking Road,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Bandra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(West), Mumbai – 400050.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Tel: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+91 22 4290 9700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Email: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egovernance@abmindia.com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www.abmindia.com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6451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113" y="4713288"/>
            <a:ext cx="1276350" cy="271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Text Placeholder 1"/>
          <p:cNvSpPr>
            <a:spLocks noGrp="1"/>
          </p:cNvSpPr>
          <p:nvPr>
            <p:ph type="body" sz="quarter" idx="15"/>
          </p:nvPr>
        </p:nvSpPr>
        <p:spPr bwMode="auto">
          <a:xfrm rot="10800000" flipH="1" flipV="1">
            <a:off x="6013938" y="1235004"/>
            <a:ext cx="2940419" cy="1886265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3353" t="1523" r="3353" b="1523"/>
            </a:stretch>
          </a:blipFill>
          <a:effectLst/>
          <a:scene3d>
            <a:camera prst="orthographicFront"/>
            <a:lightRig rig="balanced" dir="t"/>
          </a:scene3d>
          <a:sp3d prstMaterial="plastic"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00025" y="1025525"/>
            <a:ext cx="8731885" cy="3657600"/>
          </a:xfrm>
        </p:spPr>
        <p:txBody>
          <a:bodyPr/>
          <a:p>
            <a:r>
              <a:rPr lang="en-IN" altLang="en-US"/>
              <a:t>Redmine Overview</a:t>
            </a:r>
            <a:endParaRPr lang="en-US"/>
          </a:p>
          <a:p>
            <a:r>
              <a:rPr lang="en-IN" altLang="en-US"/>
              <a:t>Link &amp; Login Page</a:t>
            </a:r>
            <a:endParaRPr lang="en-US"/>
          </a:p>
          <a:p>
            <a:r>
              <a:rPr lang="en-IN" altLang="en-US"/>
              <a:t>Login Details</a:t>
            </a:r>
            <a:endParaRPr lang="en-US"/>
          </a:p>
          <a:p>
            <a:r>
              <a:rPr lang="en-IN" altLang="en-US"/>
              <a:t>Home Page</a:t>
            </a:r>
            <a:endParaRPr lang="en-US"/>
          </a:p>
          <a:p>
            <a:r>
              <a:rPr lang="en-IN" altLang="en-US"/>
              <a:t>Project Menu</a:t>
            </a:r>
            <a:endParaRPr lang="en-US"/>
          </a:p>
          <a:p>
            <a:r>
              <a:rPr lang="en-IN" altLang="en-US"/>
              <a:t>Project Overview</a:t>
            </a:r>
            <a:endParaRPr lang="en-US"/>
          </a:p>
          <a:p>
            <a:r>
              <a:rPr lang="en-IN" altLang="en-US"/>
              <a:t>Time Sheet Against Project Comman Activities(Wiki)</a:t>
            </a:r>
            <a:endParaRPr lang="en-IN" altLang="en-US"/>
          </a:p>
          <a:p>
            <a:r>
              <a:rPr lang="en-IN" altLang="en-US"/>
              <a:t>Time Sheet Against Project Task</a:t>
            </a:r>
            <a:endParaRPr lang="en-IN" altLang="en-US"/>
          </a:p>
          <a:p>
            <a:r>
              <a:rPr lang="en-IN" altLang="en-US"/>
              <a:t>Spent Time.</a:t>
            </a:r>
            <a:endParaRPr lang="en-IN" alt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1921" name="Title 2"/>
          <p:cNvSpPr txBox="1"/>
          <p:nvPr/>
        </p:nvSpPr>
        <p:spPr>
          <a:xfrm>
            <a:off x="15875" y="0"/>
            <a:ext cx="4794250" cy="53975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b" anchorCtr="0"/>
          <a:p>
            <a:pPr algn="r">
              <a:lnSpc>
                <a:spcPct val="90000"/>
              </a:lnSpc>
            </a:pPr>
            <a:endParaRPr lang="en-US" altLang="en-US" sz="1800" b="1" dirty="0">
              <a:solidFill>
                <a:srgbClr val="FF69B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auto"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Redmine </a:t>
            </a:r>
            <a:endParaRPr kumimoji="0" lang="en-US" alt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00025" y="1025525"/>
            <a:ext cx="8731885" cy="3657600"/>
          </a:xfrm>
        </p:spPr>
        <p:txBody>
          <a:bodyPr/>
          <a:p>
            <a:r>
              <a:rPr lang="en-IN" altLang="en-US"/>
              <a:t>Remine is Project Management Tool.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r>
              <a:rPr lang="en-IN" altLang="en-US"/>
              <a:t>Redmine Provides the following Feature :</a:t>
            </a:r>
            <a:endParaRPr lang="en-IN" altLang="en-US"/>
          </a:p>
          <a:p>
            <a:pPr lvl="2">
              <a:buFont typeface="Wingdings" panose="05000000000000000000" charset="0"/>
              <a:buChar char="ü"/>
            </a:pPr>
            <a:r>
              <a:rPr lang="en-IN" altLang="en-US"/>
              <a:t>Manage Multiple Project and Associated Subproject</a:t>
            </a:r>
            <a:endParaRPr lang="en-IN" altLang="en-US"/>
          </a:p>
          <a:p>
            <a:pPr lvl="2">
              <a:buFont typeface="Wingdings" panose="05000000000000000000" charset="0"/>
              <a:buChar char="ü"/>
            </a:pPr>
            <a:r>
              <a:rPr lang="en-IN" altLang="en-US"/>
              <a:t>Role Base Access.</a:t>
            </a:r>
            <a:endParaRPr lang="en-IN" altLang="en-US">
              <a:sym typeface="+mn-ea"/>
            </a:endParaRPr>
          </a:p>
          <a:p>
            <a:pPr marL="457200" lvl="3">
              <a:buFont typeface="Wingdings" panose="05000000000000000000" charset="0"/>
              <a:buChar char="ü"/>
            </a:pPr>
            <a:r>
              <a:rPr lang="en-IN" altLang="en-US">
                <a:sym typeface="+mn-ea"/>
              </a:rPr>
              <a:t>Issue Tracking (Task).</a:t>
            </a:r>
            <a:endParaRPr lang="en-IN" altLang="en-US"/>
          </a:p>
          <a:p>
            <a:pPr lvl="2">
              <a:buFont typeface="Wingdings" panose="05000000000000000000" charset="0"/>
              <a:buChar char="ü"/>
            </a:pPr>
            <a:r>
              <a:rPr lang="en-IN" altLang="en-US"/>
              <a:t>Time Tracking.</a:t>
            </a:r>
            <a:endParaRPr lang="en-IN" altLang="en-US"/>
          </a:p>
          <a:p>
            <a:pPr lvl="2">
              <a:buFont typeface="Wingdings" panose="05000000000000000000" charset="0"/>
              <a:buChar char="ü"/>
            </a:pPr>
            <a:r>
              <a:rPr lang="en-IN" altLang="en-US"/>
              <a:t>Wiki.</a:t>
            </a:r>
            <a:endParaRPr lang="en-IN" altLang="en-US"/>
          </a:p>
          <a:p>
            <a:pPr lvl="2">
              <a:buFont typeface="Wingdings" panose="05000000000000000000" charset="0"/>
              <a:buChar char="ü"/>
            </a:pPr>
            <a:r>
              <a:rPr lang="en-IN" altLang="en-US"/>
              <a:t>Document.</a:t>
            </a:r>
            <a:endParaRPr lang="en-IN" altLang="en-US"/>
          </a:p>
          <a:p>
            <a:pPr lvl="2">
              <a:buFont typeface="Wingdings" panose="05000000000000000000" charset="0"/>
              <a:buChar char="ü"/>
            </a:pPr>
            <a:r>
              <a:rPr lang="en-IN" altLang="en-US"/>
              <a:t>Many More...</a:t>
            </a:r>
            <a:endParaRPr lang="en-IN" alt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1921" name="Title 2"/>
          <p:cNvSpPr txBox="1"/>
          <p:nvPr/>
        </p:nvSpPr>
        <p:spPr>
          <a:xfrm>
            <a:off x="15875" y="0"/>
            <a:ext cx="4794250" cy="53975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b" anchorCtr="0"/>
          <a:p>
            <a:pPr algn="r">
              <a:lnSpc>
                <a:spcPct val="90000"/>
              </a:lnSpc>
            </a:pPr>
            <a:endParaRPr lang="en-US" altLang="en-US" sz="1800" b="1" dirty="0">
              <a:solidFill>
                <a:srgbClr val="FF69B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auto"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Redmine </a:t>
            </a:r>
            <a:endParaRPr kumimoji="0" lang="en-US" alt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4062095" cy="3618230"/>
          </a:xfrm>
        </p:spPr>
        <p:txBody>
          <a:bodyPr/>
          <a:p>
            <a:r>
              <a:rPr lang="en-IN" altLang="en-US"/>
              <a:t>Link : </a:t>
            </a:r>
            <a:r>
              <a:rPr lang="en-IN" altLang="en-US">
                <a:hlinkClick r:id="rId1" tooltip="" action="ppaction://hlinkfile"/>
              </a:rPr>
              <a:t>https://mainet.abmindia.com/</a:t>
            </a:r>
            <a:endParaRPr lang="en-IN" altLang="en-US">
              <a:hlinkClick r:id="rId1" tooltip="" action="ppaction://hlinkfile"/>
            </a:endParaRPr>
          </a:p>
          <a:p>
            <a:endParaRPr lang="en-IN" altLang="en-US">
              <a:hlinkClick r:id="rId1" tooltip="" action="ppaction://hlinkfile"/>
            </a:endParaRPr>
          </a:p>
          <a:p>
            <a:r>
              <a:rPr lang="en-IN" altLang="en-US"/>
              <a:t>Login ID : First Name, Dot(.) &amp; Last Name</a:t>
            </a:r>
            <a:endParaRPr lang="en-IN" altLang="en-US"/>
          </a:p>
          <a:p>
            <a:r>
              <a:rPr lang="en-IN" altLang="en-US"/>
              <a:t>e.g : vishal.hake</a:t>
            </a:r>
            <a:endParaRPr lang="en-IN" altLang="en-US"/>
          </a:p>
          <a:p>
            <a:r>
              <a:rPr lang="en-IN" altLang="en-US"/>
              <a:t>Password : Minimum 8 charecter </a:t>
            </a:r>
            <a:endParaRPr lang="en-IN" altLang="en-US"/>
          </a:p>
          <a:p>
            <a:r>
              <a:rPr lang="en-IN" altLang="en-US"/>
              <a:t>e.g: *********</a:t>
            </a: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2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Redmine Link &amp; Login Page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8" name="Picture Placeholder 7" descr="0. Login Page"/>
          <p:cNvPicPr>
            <a:picLocks noChangeAspect="1"/>
          </p:cNvPicPr>
          <p:nvPr>
            <p:ph type="pic" sz="quarter" idx="22"/>
          </p:nvPr>
        </p:nvPicPr>
        <p:blipFill>
          <a:blip r:embed="rId3"/>
          <a:stretch>
            <a:fillRect/>
          </a:stretch>
        </p:blipFill>
        <p:spPr>
          <a:xfrm>
            <a:off x="4262755" y="1019175"/>
            <a:ext cx="4688840" cy="342646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4062095" cy="3618230"/>
          </a:xfrm>
        </p:spPr>
        <p:txBody>
          <a:bodyPr/>
          <a:p>
            <a:r>
              <a:rPr lang="en-IN" altLang="en-US"/>
              <a:t>Once You Fill the Login Id and Password then Click on Login</a:t>
            </a:r>
            <a:endParaRPr lang="en-IN" altLang="en-US"/>
          </a:p>
          <a:p>
            <a:endParaRPr lang="en-IN" altLang="en-US"/>
          </a:p>
          <a:p>
            <a:r>
              <a:rPr lang="en-IN" altLang="en-US"/>
              <a:t>Login &amp; Password is correct then Redirect on Home page of  Redmine (Mainet)</a:t>
            </a: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Login Detail Page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4" name="Picture Placeholder 3" descr="0. Login Details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438015" y="1064895"/>
            <a:ext cx="4495165" cy="344360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4062095" cy="3618230"/>
          </a:xfrm>
        </p:spPr>
        <p:txBody>
          <a:bodyPr/>
          <a:p>
            <a:r>
              <a:rPr lang="en-IN" altLang="en-US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Home Menu is</a:t>
            </a:r>
            <a:r>
              <a:rPr lang="en-US" altLang="zh-CN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 consists of</a:t>
            </a:r>
            <a:r>
              <a:rPr lang="en-IN" altLang="en-US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   particular User </a:t>
            </a:r>
            <a:r>
              <a:rPr lang="en-IN" altLang="en-US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assigned Task different Dashboard</a:t>
            </a:r>
            <a:r>
              <a:rPr lang="en-IN" altLang="en-US"/>
              <a:t> :	</a:t>
            </a: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r>
              <a:rPr lang="en-IN" altLang="en-US"/>
              <a:t>My Work Task.</a:t>
            </a: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r>
              <a:rPr lang="en-IN" altLang="en-US"/>
              <a:t>Phase Wise Task.</a:t>
            </a: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r>
              <a:rPr lang="en-IN" altLang="en-US"/>
              <a:t>My Work Status.</a:t>
            </a: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r>
              <a:rPr lang="en-IN" altLang="en-US"/>
              <a:t>My Project Work.</a:t>
            </a: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Home Page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4" name="Picture Placeholder 3" descr="C:\Users\vishal.hake\Pictures\On_Site Redmine Training\1. Home Page.PNG1. Home Page"/>
          <p:cNvPicPr>
            <a:picLocks noChangeAspect="1"/>
          </p:cNvPicPr>
          <p:nvPr>
            <p:ph type="pic" sz="quarter" idx="22"/>
          </p:nvPr>
        </p:nvPicPr>
        <p:blipFill>
          <a:blip r:embed="rId2"/>
          <a:srcRect/>
          <a:stretch>
            <a:fillRect/>
          </a:stretch>
        </p:blipFill>
        <p:spPr>
          <a:xfrm>
            <a:off x="4321810" y="885190"/>
            <a:ext cx="4611370" cy="355219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4062095" cy="3618230"/>
          </a:xfrm>
        </p:spPr>
        <p:txBody>
          <a:bodyPr/>
          <a:p>
            <a:pPr marL="285750" indent="-285750">
              <a:buFont typeface="Wingdings" panose="05000000000000000000" charset="0"/>
              <a:buChar char="§"/>
            </a:pPr>
            <a:r>
              <a:rPr lang="en-IN" altLang="en-US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Project </a:t>
            </a:r>
            <a:r>
              <a:rPr lang="en-US" altLang="zh-CN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Tab </a:t>
            </a:r>
            <a:r>
              <a:rPr lang="en-IN" altLang="en-US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is</a:t>
            </a:r>
            <a:r>
              <a:rPr lang="en-US" altLang="zh-CN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 consists of</a:t>
            </a:r>
            <a:r>
              <a:rPr lang="en-IN" altLang="en-US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 assigned project list of particular User.</a:t>
            </a:r>
            <a:endParaRPr lang="en-IN" altLang="en-US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lvl="2">
              <a:buFont typeface="Wingdings" panose="05000000000000000000" charset="0"/>
              <a:buChar char="Ø"/>
            </a:pPr>
            <a:r>
              <a:rPr lang="en-IN" altLang="en-US" sz="1400">
                <a:sym typeface="+mn-ea"/>
              </a:rPr>
              <a:t>Demo Project</a:t>
            </a:r>
            <a:endParaRPr lang="en-IN" altLang="en-US" sz="1400"/>
          </a:p>
          <a:p>
            <a:pPr lvl="2">
              <a:buFont typeface="Wingdings" panose="05000000000000000000" charset="0"/>
              <a:buChar char="Ø"/>
            </a:pPr>
            <a:r>
              <a:rPr lang="en-IN" altLang="en-US" sz="1400">
                <a:sym typeface="+mn-ea"/>
              </a:rPr>
              <a:t>Quality</a:t>
            </a:r>
            <a:endParaRPr lang="en-IN" altLang="en-US" sz="1400"/>
          </a:p>
          <a:p>
            <a:pPr lvl="2">
              <a:buFont typeface="Wingdings" panose="05000000000000000000" charset="0"/>
              <a:buChar char="Ø"/>
            </a:pPr>
            <a:r>
              <a:rPr lang="en-IN" altLang="en-US" sz="1400">
                <a:sym typeface="+mn-ea"/>
              </a:rPr>
              <a:t>TSCL , ASCL, Aqua,ect...</a:t>
            </a:r>
            <a:endParaRPr lang="en-IN" altLang="en-US"/>
          </a:p>
          <a:p>
            <a:endParaRPr lang="en-IN" altLang="en-US"/>
          </a:p>
          <a:p>
            <a:r>
              <a:rPr lang="en-IN" altLang="en-US"/>
              <a:t>Once you click on particular project, it will redirect on that Particular Project Overview page.</a:t>
            </a: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Project Index Page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5" name="Picture Placeholder 4" descr="2. Project Page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262755" y="801370"/>
            <a:ext cx="4670425" cy="38811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Project Overview</a:t>
            </a:r>
            <a:endParaRPr lang="en-IN" altLang="en-US"/>
          </a:p>
        </p:txBody>
      </p:sp>
      <p:pic>
        <p:nvPicPr>
          <p:cNvPr id="10" name="Picture Placeholder 9" descr="3. Project Overview Page"/>
          <p:cNvPicPr>
            <a:picLocks noChangeAspect="1"/>
          </p:cNvPicPr>
          <p:nvPr>
            <p:ph type="pic" sz="quarter" idx="11"/>
          </p:nvPr>
        </p:nvPicPr>
        <p:blipFill>
          <a:blip r:embed="rId1"/>
          <a:stretch>
            <a:fillRect/>
          </a:stretch>
        </p:blipFill>
        <p:spPr>
          <a:xfrm>
            <a:off x="979170" y="1156335"/>
            <a:ext cx="7266305" cy="35280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8602980" cy="3618230"/>
          </a:xfrm>
        </p:spPr>
        <p:txBody>
          <a:bodyPr/>
          <a:p>
            <a:pPr marL="285750" indent="-285750">
              <a:buFont typeface="Wingdings" panose="05000000000000000000" charset="0"/>
              <a:buChar char="§"/>
            </a:pPr>
            <a:r>
              <a:rPr lang="en-IN" altLang="en-US" sz="1400">
                <a:sym typeface="+mn-ea"/>
              </a:rPr>
              <a:t>Log  Time in redmine against the task which you have worked on that particular time.</a:t>
            </a:r>
            <a:endParaRPr lang="en-IN" altLang="en-US" sz="1400">
              <a:sym typeface="+mn-ea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IN" altLang="en-US" sz="1400">
                <a:sym typeface="+mn-ea"/>
              </a:rPr>
              <a:t>Time Sheet Fill options available on 4 days back from current date.</a:t>
            </a:r>
            <a:endParaRPr lang="en-IN" altLang="en-US" sz="1400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1400">
                <a:sym typeface="+mn-ea"/>
              </a:rPr>
              <a:t>        e.g : today is 16-sep-2022 and you can fill the time sheet in redmine back 4 days (means 12-Sep,13</a:t>
            </a:r>
            <a:r>
              <a:rPr lang="en-IN" altLang="en-US">
                <a:sym typeface="+mn-ea"/>
              </a:rPr>
              <a:t>-Sep</a:t>
            </a:r>
            <a:r>
              <a:rPr lang="en-IN" altLang="en-US" sz="1400">
                <a:sym typeface="+mn-ea"/>
              </a:rPr>
              <a:t>,14</a:t>
            </a:r>
            <a:r>
              <a:rPr lang="en-IN" altLang="en-US">
                <a:sym typeface="+mn-ea"/>
              </a:rPr>
              <a:t>-Sep</a:t>
            </a:r>
            <a:r>
              <a:rPr lang="en-IN" altLang="en-US" sz="1400">
                <a:sym typeface="+mn-ea"/>
              </a:rPr>
              <a:t>,15</a:t>
            </a:r>
            <a:r>
              <a:rPr lang="en-IN" altLang="en-US">
                <a:sym typeface="+mn-ea"/>
              </a:rPr>
              <a:t>-Sep and 16-Sep )d</a:t>
            </a:r>
            <a:r>
              <a:rPr lang="en-IN" altLang="en-US" sz="1400">
                <a:sym typeface="+mn-ea"/>
              </a:rPr>
              <a:t>ays only not other days.</a:t>
            </a:r>
            <a:endParaRPr lang="en-IN" altLang="en-US" sz="1400">
              <a:sym typeface="+mn-ea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IN" altLang="en-US" sz="1400">
                <a:sym typeface="+mn-ea"/>
              </a:rPr>
              <a:t>you can fill the timesheet max. 12hrs in one day.</a:t>
            </a:r>
            <a:endParaRPr lang="en-IN" altLang="en-US" sz="1400">
              <a:sym typeface="+mn-ea"/>
            </a:endParaRPr>
          </a:p>
          <a:p>
            <a:pPr marL="0" indent="0">
              <a:buNone/>
            </a:pPr>
            <a:endParaRPr lang="en-IN" altLang="en-US" sz="1400">
              <a:sym typeface="+mn-ea"/>
            </a:endParaRPr>
          </a:p>
          <a:p>
            <a:pPr>
              <a:buFont typeface="Wingdings" panose="05000000000000000000" charset="0"/>
              <a:buChar char="q"/>
            </a:pPr>
            <a:r>
              <a:rPr lang="en-IN" altLang="en-US" sz="1400">
                <a:sym typeface="+mn-ea"/>
              </a:rPr>
              <a:t>There are two way to fill the Time Sheet</a:t>
            </a:r>
            <a:endParaRPr lang="en-IN" altLang="en-US" sz="1400">
              <a:sym typeface="+mn-ea"/>
            </a:endParaRPr>
          </a:p>
          <a:p>
            <a:pPr lvl="2">
              <a:buFont typeface="Wingdings" panose="05000000000000000000" charset="0"/>
              <a:buChar char="Ø"/>
            </a:pPr>
            <a:r>
              <a:rPr lang="en-IN" altLang="en-US" sz="1400"/>
              <a:t>Against Project Comman Task</a:t>
            </a:r>
            <a:endParaRPr lang="en-IN" altLang="en-US" sz="1400"/>
          </a:p>
          <a:p>
            <a:pPr lvl="2">
              <a:buFont typeface="Wingdings" panose="05000000000000000000" charset="0"/>
              <a:buChar char="Ø"/>
            </a:pPr>
            <a:r>
              <a:rPr lang="en-IN" altLang="en-US" sz="1400"/>
              <a:t>Against Project Task</a:t>
            </a:r>
            <a:r>
              <a:rPr lang="en-IN" altLang="en-US"/>
              <a:t>	</a:t>
            </a: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 Option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171450">
              <a:buFont typeface="Wingdings" panose="05000000000000000000" charset="0"/>
              <a:buChar char="§"/>
            </a:pP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Against Project Common Activities :</a:t>
            </a: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1 : Click on Wiki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2 : Click on Log Time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3 : Spent Time Form Will open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4 :  Fill the Form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5 : Click on Create </a:t>
            </a:r>
            <a:endParaRPr lang="en-IN" altLang="en-US" sz="1400">
              <a:sym typeface="+mn-ea"/>
            </a:endParaRPr>
          </a:p>
          <a:p>
            <a:pPr lvl="2">
              <a:buFont typeface="Wingdings" panose="05000000000000000000" charset="0"/>
              <a:buNone/>
            </a:pPr>
            <a:r>
              <a:rPr lang="en-IN" altLang="en-US"/>
              <a:t>	</a:t>
            </a: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5" name="Picture Placeholder 4" descr="5. Logtime Against Project Comman Activity (Wiki)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087495" y="1064260"/>
            <a:ext cx="4533900" cy="295465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171450">
              <a:buFont typeface="Wingdings" panose="05000000000000000000" charset="0"/>
              <a:buChar char="§"/>
            </a:pP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Step 2 Click on Log Time :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altLang="en-US" sz="1400">
              <a:sym typeface="+mn-ea"/>
            </a:endParaRPr>
          </a:p>
          <a:p>
            <a:pPr lvl="2">
              <a:buFont typeface="Wingdings" panose="05000000000000000000" charset="0"/>
              <a:buNone/>
            </a:pPr>
            <a:r>
              <a:rPr lang="en-IN" altLang="en-US"/>
              <a:t>	</a:t>
            </a: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5" name="Picture Placeholder 4" descr="5. Logtime Against Project Comman Activity (Wiki)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087495" y="1064260"/>
            <a:ext cx="4533900" cy="295465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171450">
              <a:buFont typeface="Wingdings" panose="05000000000000000000" charset="0"/>
              <a:buChar char="§"/>
            </a:pP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Step 3 : Spent Time Form Will Open 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altLang="en-US" sz="1400">
              <a:sym typeface="+mn-ea"/>
            </a:endParaRPr>
          </a:p>
          <a:p>
            <a:pPr lvl="2">
              <a:buFont typeface="Wingdings" panose="05000000000000000000" charset="0"/>
              <a:buNone/>
            </a:pPr>
            <a:r>
              <a:rPr lang="en-IN" altLang="en-US"/>
              <a:t>	</a:t>
            </a: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4" name="Picture Placeholder 3" descr="6. Logtime Against Project Comman Activity (Wiki)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3797935" y="761365"/>
            <a:ext cx="5135245" cy="350329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171450">
              <a:buFont typeface="Wingdings" panose="05000000000000000000" charset="0"/>
              <a:buChar char="§"/>
            </a:pP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Step 4 Fill the Form and Click on Create or Create and Continue :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altLang="en-US" sz="1400">
              <a:sym typeface="+mn-ea"/>
            </a:endParaRPr>
          </a:p>
          <a:p>
            <a:pPr lvl="2">
              <a:buFont typeface="Wingdings" panose="05000000000000000000" charset="0"/>
              <a:buNone/>
            </a:pPr>
            <a:r>
              <a:rPr lang="en-IN" altLang="en-US"/>
              <a:t>	</a:t>
            </a: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4" name="Picture Placeholder 3" descr="7. Logtime Against Project Comman Activity (Wiki)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406265" y="1064895"/>
            <a:ext cx="4526915" cy="330327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r>
              <a:rPr lang="en-IN" altLang="en-US" sz="1200">
                <a:sym typeface="+mn-ea"/>
              </a:rPr>
              <a:t>If You Click on Create then redirect on task page</a:t>
            </a:r>
            <a:endParaRPr lang="en-IN" altLang="en-US" sz="1200"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r>
              <a:rPr lang="en-IN" altLang="en-US" sz="1200">
                <a:sym typeface="+mn-ea"/>
              </a:rPr>
              <a:t> </a:t>
            </a:r>
            <a:r>
              <a:rPr lang="en-IN" altLang="en-US" sz="1200">
                <a:sym typeface="+mn-ea"/>
              </a:rPr>
              <a:t>If You Click on Create and Continue then redirect on same spent time form</a:t>
            </a:r>
            <a:endParaRPr lang="en-IN" altLang="en-US" sz="1200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 sz="1400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altLang="en-US" sz="1400">
              <a:sym typeface="+mn-ea"/>
            </a:endParaRPr>
          </a:p>
          <a:p>
            <a:pPr lvl="2">
              <a:buFont typeface="Wingdings" panose="05000000000000000000" charset="0"/>
              <a:buNone/>
            </a:pPr>
            <a:r>
              <a:rPr lang="en-IN" altLang="en-US"/>
              <a:t>	</a:t>
            </a: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9" name="Picture Placeholder 8" descr="10. Logtime Against Project Comman Activity (Wiki) success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321810" y="951230"/>
            <a:ext cx="4611370" cy="1718945"/>
          </a:xfrm>
          <a:prstGeom prst="rect">
            <a:avLst/>
          </a:prstGeom>
        </p:spPr>
      </p:pic>
      <p:pic>
        <p:nvPicPr>
          <p:cNvPr id="10" name="Picture 9" descr="6. Logtime Against Project Comman Activity (Wik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165" y="2834005"/>
            <a:ext cx="4565015" cy="186245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171450">
              <a:buFont typeface="Wingdings" panose="05000000000000000000" charset="0"/>
              <a:buChar char="§"/>
            </a:pP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If You try to fill the Time Sheet more than 12 hrs in one day then it will show you exception  :</a:t>
            </a: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/>
              <a:t>	</a:t>
            </a: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4" name="Picture Placeholder 3" descr="8. Logtime Against Project Comman Activity (Wiki)  error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321810" y="1064895"/>
            <a:ext cx="4611370" cy="330327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171450">
              <a:buFont typeface="Wingdings" panose="05000000000000000000" charset="0"/>
              <a:buChar char="§"/>
            </a:pP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Against Project Task :</a:t>
            </a: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1 : Click on Issue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>
                <a:sym typeface="+mn-ea"/>
              </a:rPr>
              <a:t>Step 2 : Open Particular Task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3 : Click on Log Time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4 : Spent Time Form Will open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5 :  Fill the Form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6 : Click on Create </a:t>
            </a:r>
            <a:endParaRPr lang="en-IN" altLang="en-US" sz="1400">
              <a:sym typeface="+mn-ea"/>
            </a:endParaRPr>
          </a:p>
          <a:p>
            <a:pPr lvl="2">
              <a:buFont typeface="Wingdings" panose="05000000000000000000" charset="0"/>
              <a:buNone/>
            </a:pPr>
            <a:r>
              <a:rPr lang="en-IN" altLang="en-US"/>
              <a:t>	</a:t>
            </a: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4" name="Picture Placeholder 3" descr="12. Issue Index Page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520565" y="1064260"/>
            <a:ext cx="4412615" cy="308292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171450">
              <a:buFont typeface="Wingdings" panose="05000000000000000000" charset="0"/>
              <a:buChar char="§"/>
            </a:pP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Against Project Task :</a:t>
            </a: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>
                <a:sym typeface="+mn-ea"/>
              </a:rPr>
              <a:t>Step 2 : Open Particular Task</a:t>
            </a:r>
            <a:endParaRPr lang="en-IN" altLang="en-US" sz="1400">
              <a:sym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IN" altLang="en-US" sz="1400">
                <a:sym typeface="+mn-ea"/>
              </a:rPr>
              <a:t> </a:t>
            </a:r>
            <a:endParaRPr lang="en-IN" altLang="en-US" sz="1400">
              <a:sym typeface="+mn-ea"/>
            </a:endParaRPr>
          </a:p>
          <a:p>
            <a:pPr lvl="2">
              <a:buFont typeface="Wingdings" panose="05000000000000000000" charset="0"/>
              <a:buNone/>
            </a:pPr>
            <a:r>
              <a:rPr lang="en-IN" altLang="en-US"/>
              <a:t>	</a:t>
            </a: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4" name="Picture Placeholder 3" descr="12. Issue Index Page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520565" y="1064260"/>
            <a:ext cx="4412615" cy="308292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171450">
              <a:buFont typeface="Wingdings" panose="05000000000000000000" charset="0"/>
              <a:buChar char="§"/>
            </a:pP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Against Project Common Activities :</a:t>
            </a: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3 : Click on Log Time</a:t>
            </a: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altLang="en-US" sz="1400">
              <a:sym typeface="+mn-ea"/>
            </a:endParaRPr>
          </a:p>
          <a:p>
            <a:pPr lvl="2">
              <a:buFont typeface="Wingdings" panose="05000000000000000000" charset="0"/>
              <a:buNone/>
            </a:pPr>
            <a:r>
              <a:rPr lang="en-IN" altLang="en-US"/>
              <a:t>	</a:t>
            </a: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4" name="Picture Placeholder 3" descr="12. Logtime Against Project Task Page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535170" y="1301750"/>
            <a:ext cx="4398010" cy="231648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171450">
              <a:buFont typeface="Wingdings" panose="05000000000000000000" charset="0"/>
              <a:buChar char="§"/>
            </a:pP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Against Project Task :</a:t>
            </a: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0" lvl="1" indent="0">
              <a:buFont typeface="Wingdings" panose="05000000000000000000" charset="0"/>
              <a:buNone/>
            </a:pPr>
            <a:r>
              <a:rPr lang="en-IN" altLang="en-US">
                <a:sym typeface="+mn-ea"/>
              </a:rPr>
              <a:t>Step 4 : Spent Time Form Will open</a:t>
            </a:r>
            <a:endParaRPr lang="en-IN" altLang="en-US">
              <a:sym typeface="+mn-ea"/>
            </a:endParaRPr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8" name="Picture Placeholder 7" descr="13. Logtime Against Project Task Page.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239260" y="895350"/>
            <a:ext cx="4693920" cy="350964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171450">
              <a:buFont typeface="Wingdings" panose="05000000000000000000" charset="0"/>
              <a:buChar char="§"/>
            </a:pP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Against Project Task :</a:t>
            </a: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5 :  Fill the Form</a:t>
            </a:r>
            <a:endParaRPr lang="en-IN" altLang="en-US" sz="1400">
              <a:sym typeface="+mn-ea"/>
            </a:endParaRPr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5" name="Picture Placeholder 4" descr="14. Logtime Against Project Task Page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3479165" y="1233170"/>
            <a:ext cx="5454015" cy="328993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171450">
              <a:buFont typeface="Wingdings" panose="05000000000000000000" charset="0"/>
              <a:buChar char="§"/>
            </a:pP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Against Project Task :</a:t>
            </a: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n-IN" altLang="en-US" sz="1400">
                <a:sym typeface="+mn-ea"/>
              </a:rPr>
              <a:t>Step 6 :  </a:t>
            </a:r>
            <a:r>
              <a:rPr lang="en-IN" altLang="en-US">
                <a:sym typeface="+mn-ea"/>
              </a:rPr>
              <a:t>Click on Create or Create and Continue </a:t>
            </a: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5" name="Picture Placeholder 4" descr="14. Logtime Against Project Task Page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3479165" y="1233170"/>
            <a:ext cx="5454015" cy="328993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r>
              <a:rPr lang="en-IN" altLang="en-US" sz="1200">
                <a:sym typeface="+mn-ea"/>
              </a:rPr>
              <a:t>If You Click on Create then redirect on task page</a:t>
            </a:r>
            <a:endParaRPr lang="en-IN" altLang="en-US" sz="1200"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altLang="en-US" sz="1200"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r>
              <a:rPr lang="en-IN" altLang="en-US" sz="1200">
                <a:sym typeface="+mn-ea"/>
              </a:rPr>
              <a:t> </a:t>
            </a:r>
            <a:r>
              <a:rPr lang="en-IN" altLang="en-US" sz="1200">
                <a:sym typeface="+mn-ea"/>
              </a:rPr>
              <a:t>If You Click on Create and Continue then redirect on same spent time form</a:t>
            </a:r>
            <a:endParaRPr lang="en-IN" altLang="en-US" sz="1200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171450">
              <a:buFont typeface="Wingdings" panose="05000000000000000000" charset="0"/>
              <a:buChar char="§"/>
            </a:pP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 sz="1400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altLang="en-US" sz="1400">
              <a:sym typeface="+mn-ea"/>
            </a:endParaRPr>
          </a:p>
          <a:p>
            <a:pPr lvl="2">
              <a:buFont typeface="Wingdings" panose="05000000000000000000" charset="0"/>
              <a:buNone/>
            </a:pPr>
            <a:r>
              <a:rPr lang="en-IN" altLang="en-US"/>
              <a:t>	</a:t>
            </a: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17170" y="180340"/>
            <a:ext cx="8734425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Time Sheet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4" name="Picture Placeholder 3" descr="15. Logtime Against Project Task Page.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321810" y="1063625"/>
            <a:ext cx="4612005" cy="1559560"/>
          </a:xfrm>
          <a:prstGeom prst="rect">
            <a:avLst/>
          </a:prstGeom>
        </p:spPr>
      </p:pic>
      <p:pic>
        <p:nvPicPr>
          <p:cNvPr id="5" name="Picture 4" descr="13. Logtime Against Project Task Pag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850" y="2911475"/>
            <a:ext cx="4564380" cy="173228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0025" y="1064260"/>
            <a:ext cx="3506470" cy="2553970"/>
          </a:xfrm>
        </p:spPr>
        <p:txBody>
          <a:bodyPr/>
          <a:p>
            <a:pPr marL="171450">
              <a:buFont typeface="Wingdings" panose="05000000000000000000" charset="0"/>
              <a:buChar char="§"/>
            </a:pPr>
            <a:r>
              <a:rPr lang="en-IN" altLang="en-US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Spent Time </a:t>
            </a:r>
            <a:r>
              <a:rPr lang="en-US" altLang="zh-C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Tab </a:t>
            </a:r>
            <a:r>
              <a:rPr lang="en-IN" altLang="en-US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is</a:t>
            </a:r>
            <a:r>
              <a:rPr lang="en-US" altLang="zh-C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 consists </a:t>
            </a: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all time sheet details</a:t>
            </a:r>
            <a:r>
              <a:rPr lang="en-IN" sz="1200" dirty="0">
                <a:solidFill>
                  <a:schemeClr val="tx1"/>
                </a:solidFill>
                <a:latin typeface="Verdana" panose="020B0604030504040204" pitchFamily="34" charset="0"/>
                <a:ea typeface="SimSun" panose="02010600030101010101" pitchFamily="2" charset="-122"/>
                <a:sym typeface="+mn-ea"/>
              </a:rPr>
              <a:t> :</a:t>
            </a:r>
            <a:endParaRPr lang="en-IN" sz="1200" dirty="0">
              <a:solidFill>
                <a:schemeClr val="tx1"/>
              </a:solidFill>
              <a:latin typeface="Verdana" panose="020B0604030504040204" pitchFamily="34" charset="0"/>
              <a:ea typeface="SimSun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 sz="1400">
              <a:sym typeface="+mn-ea"/>
            </a:endParaRPr>
          </a:p>
          <a:p>
            <a:pPr lvl="2">
              <a:buFont typeface="Wingdings" panose="05000000000000000000" charset="0"/>
              <a:buNone/>
            </a:pPr>
            <a:r>
              <a:rPr lang="en-IN" altLang="en-US"/>
              <a:t>	</a:t>
            </a: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  <a:p>
            <a:pPr marL="98425" lvl="1" indent="0">
              <a:buFont typeface="Wingdings" panose="05000000000000000000" charset="0"/>
              <a:buNone/>
            </a:pPr>
            <a:endParaRPr lang="en-IN" altLang="en-US"/>
          </a:p>
          <a:p>
            <a:pPr lvl="1">
              <a:buFont typeface="Wingdings" panose="05000000000000000000" charset="0"/>
              <a:buChar char="Ø"/>
            </a:pPr>
            <a:endParaRPr lang="en-IN" altLang="en-US"/>
          </a:p>
        </p:txBody>
      </p:sp>
      <p:sp>
        <p:nvSpPr>
          <p:cNvPr id="86017" name="Text Placeholder 1"/>
          <p:cNvSpPr>
            <a:spLocks noGrp="1"/>
          </p:cNvSpPr>
          <p:nvPr/>
        </p:nvSpPr>
        <p:spPr>
          <a:xfrm>
            <a:off x="4321810" y="951230"/>
            <a:ext cx="4690745" cy="39573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 anchorCtr="0"/>
          <a:p>
            <a:pPr marL="214630" indent="-214630" defTabSz="914400">
              <a:spcBef>
                <a:spcPts val="1000"/>
              </a:spcBef>
              <a:buClr>
                <a:srgbClr val="EA008E"/>
              </a:buClr>
              <a:buFont typeface="Wingdings" panose="05000000000000000000" pitchFamily="2" charset="2"/>
              <a:buBlip>
                <a:blip r:embed="rId1"/>
              </a:buBlip>
            </a:pPr>
            <a:endParaRPr lang="en-US" altLang="en-US" sz="1200" dirty="0">
              <a:solidFill>
                <a:srgbClr val="595959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00025" y="165735"/>
            <a:ext cx="8704580" cy="3784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68580" tIns="34290" rIns="68580" bIns="34290"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800" kern="1200" baseline="0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Spent Time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pic>
        <p:nvPicPr>
          <p:cNvPr id="5" name="Picture Placeholder 4" descr="11. Logtime Against Project Comman Activity (Wiki)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4217035" y="1207135"/>
            <a:ext cx="4716145" cy="28943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Placeholder 8" descr="file"/>
          <p:cNvPicPr>
            <a:picLocks noChangeAspect="1"/>
          </p:cNvPicPr>
          <p:nvPr>
            <p:ph type="pic" sz="quarter" idx="11"/>
          </p:nvPr>
        </p:nvPicPr>
        <p:blipFill>
          <a:blip r:embed="rId1"/>
          <a:stretch>
            <a:fillRect/>
          </a:stretch>
        </p:blipFill>
        <p:spPr>
          <a:xfrm>
            <a:off x="1720215" y="1084580"/>
            <a:ext cx="4868545" cy="273431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9"/>
          <p:cNvSpPr txBox="1"/>
          <p:nvPr/>
        </p:nvSpPr>
        <p:spPr>
          <a:xfrm>
            <a:off x="0" y="2301875"/>
            <a:ext cx="9144000" cy="539750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Thank You!</a:t>
            </a:r>
            <a:endParaRPr kumimoji="0" lang="en-IN" sz="3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23265" y="4896485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700" b="0" i="0" u="none" strike="noStrike" kern="1200" cap="none" spc="0" normalizeH="0" baseline="0" noProof="0" smtClean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ORPORATE COMMUNICATION">
  <a:themeElements>
    <a:clrScheme name="Custom 1">
      <a:dk1>
        <a:srgbClr val="000000"/>
      </a:dk1>
      <a:lt1>
        <a:srgbClr val="FFFFFF"/>
      </a:lt1>
      <a:dk2>
        <a:srgbClr val="86807B"/>
      </a:dk2>
      <a:lt2>
        <a:srgbClr val="FFFFFF"/>
      </a:lt2>
      <a:accent1>
        <a:srgbClr val="969696"/>
      </a:accent1>
      <a:accent2>
        <a:srgbClr val="C5C5C5"/>
      </a:accent2>
      <a:accent3>
        <a:srgbClr val="3D6899"/>
      </a:accent3>
      <a:accent4>
        <a:srgbClr val="40A391"/>
      </a:accent4>
      <a:accent5>
        <a:srgbClr val="F69549"/>
      </a:accent5>
      <a:accent6>
        <a:srgbClr val="EA008E"/>
      </a:accent6>
      <a:hlink>
        <a:srgbClr val="002060"/>
      </a:hlink>
      <a:folHlink>
        <a:srgbClr val="7030A0"/>
      </a:folHlink>
    </a:clrScheme>
    <a:fontScheme name="itelligence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/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700" b="0" i="0" u="none" strike="noStrike" kern="1200" cap="none" spc="0" normalizeH="0" baseline="0" noProof="0" smtClean="0">
            <a:ln>
              <a:noFill/>
            </a:ln>
            <a:solidFill>
              <a:srgbClr val="FFFFFF">
                <a:lumMod val="65000"/>
              </a:srgbClr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ORPORATE COMMUNICATION">
  <a:themeElements>
    <a:clrScheme name="Custom 1">
      <a:dk1>
        <a:srgbClr val="000000"/>
      </a:dk1>
      <a:lt1>
        <a:srgbClr val="FFFFFF"/>
      </a:lt1>
      <a:dk2>
        <a:srgbClr val="86807B"/>
      </a:dk2>
      <a:lt2>
        <a:srgbClr val="FFFFFF"/>
      </a:lt2>
      <a:accent1>
        <a:srgbClr val="969696"/>
      </a:accent1>
      <a:accent2>
        <a:srgbClr val="C5C5C5"/>
      </a:accent2>
      <a:accent3>
        <a:srgbClr val="3D6899"/>
      </a:accent3>
      <a:accent4>
        <a:srgbClr val="40A391"/>
      </a:accent4>
      <a:accent5>
        <a:srgbClr val="F69549"/>
      </a:accent5>
      <a:accent6>
        <a:srgbClr val="EA008E"/>
      </a:accent6>
      <a:hlink>
        <a:srgbClr val="002060"/>
      </a:hlink>
      <a:folHlink>
        <a:srgbClr val="7030A0"/>
      </a:folHlink>
    </a:clrScheme>
    <a:fontScheme name="itelligence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/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700" b="0" i="0" u="none" strike="noStrike" kern="1200" cap="none" spc="0" normalizeH="0" baseline="0" noProof="0" smtClean="0">
            <a:ln>
              <a:noFill/>
            </a:ln>
            <a:solidFill>
              <a:srgbClr val="FFFFFF">
                <a:lumMod val="65000"/>
              </a:srgbClr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ORPORATE COMMUNICATION">
  <a:themeElements>
    <a:clrScheme name="Custom 1">
      <a:dk1>
        <a:srgbClr val="000000"/>
      </a:dk1>
      <a:lt1>
        <a:srgbClr val="FFFFFF"/>
      </a:lt1>
      <a:dk2>
        <a:srgbClr val="86807B"/>
      </a:dk2>
      <a:lt2>
        <a:srgbClr val="FFFFFF"/>
      </a:lt2>
      <a:accent1>
        <a:srgbClr val="969696"/>
      </a:accent1>
      <a:accent2>
        <a:srgbClr val="C5C5C5"/>
      </a:accent2>
      <a:accent3>
        <a:srgbClr val="3D6899"/>
      </a:accent3>
      <a:accent4>
        <a:srgbClr val="40A391"/>
      </a:accent4>
      <a:accent5>
        <a:srgbClr val="F69549"/>
      </a:accent5>
      <a:accent6>
        <a:srgbClr val="EA008E"/>
      </a:accent6>
      <a:hlink>
        <a:srgbClr val="002060"/>
      </a:hlink>
      <a:folHlink>
        <a:srgbClr val="7030A0"/>
      </a:folHlink>
    </a:clrScheme>
    <a:fontScheme name="itelligence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/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700" b="0" i="0" u="none" strike="noStrike" kern="1200" cap="none" spc="0" normalizeH="0" baseline="0" noProof="0" smtClean="0">
            <a:ln>
              <a:noFill/>
            </a:ln>
            <a:solidFill>
              <a:srgbClr val="FFFFFF">
                <a:lumMod val="65000"/>
              </a:srgbClr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ORPORATE COMMUNICATION">
  <a:themeElements>
    <a:clrScheme name="Custom 1">
      <a:dk1>
        <a:srgbClr val="000000"/>
      </a:dk1>
      <a:lt1>
        <a:srgbClr val="FFFFFF"/>
      </a:lt1>
      <a:dk2>
        <a:srgbClr val="86807B"/>
      </a:dk2>
      <a:lt2>
        <a:srgbClr val="FFFFFF"/>
      </a:lt2>
      <a:accent1>
        <a:srgbClr val="969696"/>
      </a:accent1>
      <a:accent2>
        <a:srgbClr val="C5C5C5"/>
      </a:accent2>
      <a:accent3>
        <a:srgbClr val="3D6899"/>
      </a:accent3>
      <a:accent4>
        <a:srgbClr val="40A391"/>
      </a:accent4>
      <a:accent5>
        <a:srgbClr val="F69549"/>
      </a:accent5>
      <a:accent6>
        <a:srgbClr val="EA008E"/>
      </a:accent6>
      <a:hlink>
        <a:srgbClr val="002060"/>
      </a:hlink>
      <a:folHlink>
        <a:srgbClr val="7030A0"/>
      </a:folHlink>
    </a:clrScheme>
    <a:fontScheme name="itelligence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/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700" b="0" i="0" u="none" strike="noStrike" kern="1200" cap="none" spc="0" normalizeH="0" baseline="0" noProof="0" smtClean="0">
            <a:ln>
              <a:noFill/>
            </a:ln>
            <a:solidFill>
              <a:srgbClr val="FFFFFF">
                <a:lumMod val="65000"/>
              </a:srgbClr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CORPORATE COMMUNICATION">
  <a:themeElements>
    <a:clrScheme name="Custom 1">
      <a:dk1>
        <a:srgbClr val="000000"/>
      </a:dk1>
      <a:lt1>
        <a:srgbClr val="FFFFFF"/>
      </a:lt1>
      <a:dk2>
        <a:srgbClr val="86807B"/>
      </a:dk2>
      <a:lt2>
        <a:srgbClr val="FFFFFF"/>
      </a:lt2>
      <a:accent1>
        <a:srgbClr val="969696"/>
      </a:accent1>
      <a:accent2>
        <a:srgbClr val="C5C5C5"/>
      </a:accent2>
      <a:accent3>
        <a:srgbClr val="3D6899"/>
      </a:accent3>
      <a:accent4>
        <a:srgbClr val="40A391"/>
      </a:accent4>
      <a:accent5>
        <a:srgbClr val="F69549"/>
      </a:accent5>
      <a:accent6>
        <a:srgbClr val="EA008E"/>
      </a:accent6>
      <a:hlink>
        <a:srgbClr val="002060"/>
      </a:hlink>
      <a:folHlink>
        <a:srgbClr val="7030A0"/>
      </a:folHlink>
    </a:clrScheme>
    <a:fontScheme name="itelligence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/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700" b="0" i="0" u="none" strike="noStrike" kern="1200" cap="none" spc="0" normalizeH="0" baseline="0" noProof="0" smtClean="0">
            <a:ln>
              <a:noFill/>
            </a:ln>
            <a:solidFill>
              <a:srgbClr val="FFFFFF">
                <a:lumMod val="65000"/>
              </a:srgbClr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Template-PowerPoint-16x9-wide-2015-GLO-EN-1</Template>
  <TotalTime>0</TotalTime>
  <Words>3128</Words>
  <Application>WPS Presentation</Application>
  <PresentationFormat>On-screen Show (16:9)</PresentationFormat>
  <Paragraphs>290</Paragraphs>
  <Slides>25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Arial</vt:lpstr>
      <vt:lpstr>SimSun</vt:lpstr>
      <vt:lpstr>Wingdings</vt:lpstr>
      <vt:lpstr>Verdana</vt:lpstr>
      <vt:lpstr>Calibri</vt:lpstr>
      <vt:lpstr>Verdana</vt:lpstr>
      <vt:lpstr>Microsoft YaHei</vt:lpstr>
      <vt:lpstr>Arial Unicode MS</vt:lpstr>
      <vt:lpstr>Wingdings</vt:lpstr>
      <vt:lpstr>CORPORATE COMMUNICATION</vt:lpstr>
      <vt:lpstr>1_CORPORATE COMMUNICATION</vt:lpstr>
      <vt:lpstr>2_CORPORATE COMMUNICATION</vt:lpstr>
      <vt:lpstr>3_CORPORATE COMMUNICATION</vt:lpstr>
      <vt:lpstr>4_CORPORATE COMMUNICATION</vt:lpstr>
      <vt:lpstr>PowerPoint 演示文稿</vt:lpstr>
      <vt:lpstr>Redmine </vt:lpstr>
      <vt:lpstr>Redmine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itelligence 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Presentation-16x9-Company-Information-itelligence-GLO-EN.pptx</dc:title>
  <dc:creator>Inga Vogel</dc:creator>
  <dc:description>072015</dc:description>
  <dc:subject>itelligence Template</dc:subject>
  <cp:category>Template</cp:category>
  <cp:lastModifiedBy>vishal.hake</cp:lastModifiedBy>
  <cp:revision>20171332</cp:revision>
  <cp:lastPrinted>2017-05-24T13:45:00Z</cp:lastPrinted>
  <dcterms:created xsi:type="dcterms:W3CDTF">2015-12-10T15:22:00Z</dcterms:created>
  <dcterms:modified xsi:type="dcterms:W3CDTF">2022-09-16T10:03:16Z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0x010100EF58E0B29FA2BE40A30833F09972741C</vt:lpwstr>
  </property>
  <property fmtid="{D5CDD505-2E9C-101B-9397-08002B2CF9AE}" pid="3" name="_dlc_DocIdItemGuid">
    <vt:lpwstr>82be0f8d-53b1-42b4-b3ae-58abde53b01d</vt:lpwstr>
  </property>
  <property fmtid="{D5CDD505-2E9C-101B-9397-08002B2CF9AE}" pid="4" name="CqChecksum">
    <vt:lpwstr>E285BC6276B483182278B0B3B9496EAB</vt:lpwstr>
  </property>
  <property fmtid="{D5CDD505-2E9C-101B-9397-08002B2CF9AE}" pid="5" name="CqInformationType">
    <vt:lpwstr>Working Standard</vt:lpwstr>
  </property>
  <property fmtid="{D5CDD505-2E9C-101B-9397-08002B2CF9AE}" pid="6" name="CqVitality">
    <vt:lpwstr/>
  </property>
  <property fmtid="{D5CDD505-2E9C-101B-9397-08002B2CF9AE}" pid="7" name="CqDisclosureRange">
    <vt:lpwstr/>
  </property>
  <property fmtid="{D5CDD505-2E9C-101B-9397-08002B2CF9AE}" pid="8" name="CqDisclosureRangeStamp">
    <vt:lpwstr/>
  </property>
  <property fmtid="{D5CDD505-2E9C-101B-9397-08002B2CF9AE}" pid="9" name="CqDisclosureRangeLimitation">
    <vt:lpwstr/>
  </property>
  <property fmtid="{D5CDD505-2E9C-101B-9397-08002B2CF9AE}" pid="10" name="CqOwner">
    <vt:lpwstr>i6424</vt:lpwstr>
  </property>
  <property fmtid="{D5CDD505-2E9C-101B-9397-08002B2CF9AE}" pid="11" name="CqDepartment">
    <vt:lpwstr/>
  </property>
  <property fmtid="{D5CDD505-2E9C-101B-9397-08002B2CF9AE}" pid="12" name="CqCompanyOwner">
    <vt:lpwstr>NTT DATA</vt:lpwstr>
  </property>
  <property fmtid="{D5CDD505-2E9C-101B-9397-08002B2CF9AE}" pid="13" name="_dlc_DocId">
    <vt:lpwstr>DOCS-1027-6582</vt:lpwstr>
  </property>
  <property fmtid="{D5CDD505-2E9C-101B-9397-08002B2CF9AE}" pid="14" name="_dlc_DocIdUrl">
    <vt:lpwstr>https://docs.itelligence.org/ou/Corporate/1068/India/marketing/_layouts/15/DocIdRedir.aspx?ID=DOCS-1027-6582, DOCS-1027-6582</vt:lpwstr>
  </property>
  <property fmtid="{D5CDD505-2E9C-101B-9397-08002B2CF9AE}" pid="15" name="ICV">
    <vt:lpwstr>B45F04060ACD489FBFE04079E22F0DB4</vt:lpwstr>
  </property>
  <property fmtid="{D5CDD505-2E9C-101B-9397-08002B2CF9AE}" pid="16" name="KSOProductBuildVer">
    <vt:lpwstr>1033-11.2.0.11306</vt:lpwstr>
  </property>
</Properties>
</file>